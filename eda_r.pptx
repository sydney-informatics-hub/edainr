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3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4.xml" ContentType="application/vnd.openxmlformats-officedocument.theme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67" r:id="rId3"/>
    <p:sldMasterId id="2147483671" r:id="rId4"/>
    <p:sldMasterId id="2147483700" r:id="rId5"/>
  </p:sldMasterIdLst>
  <p:notesMasterIdLst>
    <p:notesMasterId r:id="rId57"/>
  </p:notesMasterIdLst>
  <p:sldIdLst>
    <p:sldId id="412" r:id="rId6"/>
    <p:sldId id="354" r:id="rId7"/>
    <p:sldId id="408" r:id="rId8"/>
    <p:sldId id="446" r:id="rId9"/>
    <p:sldId id="450" r:id="rId10"/>
    <p:sldId id="413" r:id="rId11"/>
    <p:sldId id="447" r:id="rId12"/>
    <p:sldId id="414" r:id="rId13"/>
    <p:sldId id="415" r:id="rId14"/>
    <p:sldId id="416" r:id="rId15"/>
    <p:sldId id="418" r:id="rId16"/>
    <p:sldId id="449" r:id="rId17"/>
    <p:sldId id="456" r:id="rId18"/>
    <p:sldId id="469" r:id="rId19"/>
    <p:sldId id="421" r:id="rId20"/>
    <p:sldId id="458" r:id="rId21"/>
    <p:sldId id="459" r:id="rId22"/>
    <p:sldId id="460" r:id="rId23"/>
    <p:sldId id="420" r:id="rId24"/>
    <p:sldId id="451" r:id="rId25"/>
    <p:sldId id="452" r:id="rId26"/>
    <p:sldId id="453" r:id="rId27"/>
    <p:sldId id="457" r:id="rId28"/>
    <p:sldId id="454" r:id="rId29"/>
    <p:sldId id="462" r:id="rId30"/>
    <p:sldId id="463" r:id="rId31"/>
    <p:sldId id="464" r:id="rId32"/>
    <p:sldId id="423" r:id="rId33"/>
    <p:sldId id="424" r:id="rId34"/>
    <p:sldId id="425" r:id="rId35"/>
    <p:sldId id="426" r:id="rId36"/>
    <p:sldId id="427" r:id="rId37"/>
    <p:sldId id="465" r:id="rId38"/>
    <p:sldId id="428" r:id="rId39"/>
    <p:sldId id="466" r:id="rId40"/>
    <p:sldId id="429" r:id="rId41"/>
    <p:sldId id="430" r:id="rId42"/>
    <p:sldId id="431" r:id="rId43"/>
    <p:sldId id="432" r:id="rId44"/>
    <p:sldId id="441" r:id="rId45"/>
    <p:sldId id="433" r:id="rId46"/>
    <p:sldId id="467" r:id="rId47"/>
    <p:sldId id="437" r:id="rId48"/>
    <p:sldId id="468" r:id="rId49"/>
    <p:sldId id="438" r:id="rId50"/>
    <p:sldId id="439" r:id="rId51"/>
    <p:sldId id="443" r:id="rId52"/>
    <p:sldId id="440" r:id="rId53"/>
    <p:sldId id="445" r:id="rId54"/>
    <p:sldId id="378" r:id="rId55"/>
    <p:sldId id="444" r:id="rId5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85"/>
    <p:restoredTop sz="70340"/>
  </p:normalViewPr>
  <p:slideViewPr>
    <p:cSldViewPr snapToGrid="0">
      <p:cViewPr varScale="1">
        <p:scale>
          <a:sx n="88" d="100"/>
          <a:sy n="88" d="100"/>
        </p:scale>
        <p:origin x="107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92" d="100"/>
        <a:sy n="192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" Type="http://schemas.openxmlformats.org/officeDocument/2006/relationships/slide" Target="slides/slide2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3" Type="http://schemas.openxmlformats.org/officeDocument/2006/relationships/slide" Target="slides/slide48.xml"/><Relationship Id="rId58" Type="http://schemas.openxmlformats.org/officeDocument/2006/relationships/presProps" Target="presProps.xml"/><Relationship Id="rId5" Type="http://schemas.openxmlformats.org/officeDocument/2006/relationships/slideMaster" Target="slideMasters/slideMaster5.xml"/><Relationship Id="rId61" Type="http://schemas.openxmlformats.org/officeDocument/2006/relationships/tableStyles" Target="tableStyles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56" Type="http://schemas.openxmlformats.org/officeDocument/2006/relationships/slide" Target="slides/slide51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viewProps" Target="viewProps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49069-9EE2-8040-A084-91663C1DE0A2}" type="datetimeFigureOut">
              <a:rPr lang="en-US" smtClean="0"/>
              <a:t>2/26/25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CC445D-259E-C040-8F16-F5BC3A155F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04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C445D-259E-C040-8F16-F5BC3A155F5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3862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5722097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41642638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6424491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6424491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C9330-0F54-EFBB-AD72-2F3FE39D3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0220A-4F10-C205-B40E-914B4B58F0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A0BA9-6D66-FE2B-1D28-313F01C64C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DBC8C3-ABA3-7AE1-D1B5-FD2F1CE947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4192117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81AC5-3245-4E56-2534-D0D0F69EB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837790-CBF9-C8CC-C9FB-EBA56044EE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15AAA8-CD83-41D4-0D65-A491C90C73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F3EDF-3249-E710-3C53-B0E68ACF10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8938104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97852-DEA7-47EA-0150-BAF5B8F02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73736D-D3EE-3AB6-70C4-05087273D3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0415F1-5A5F-91FE-E068-BBCA3971D4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7DA883-F5D4-80AE-7CE9-59C4FDCC98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5043943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FF7334-30C1-A437-61D7-488AD4073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F86B0A-D686-3CF5-F97D-BDD0D54B77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C8BC9F-2449-4A7C-FCB9-B761BD5D90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F001C2-76A5-E689-DC33-275BBED37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4414526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66ABA-38B0-806C-DE29-901DA71AB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2EDDE9-71D8-ABAE-C83A-50918AA07F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4E8A4F-59AA-74DF-6089-50677F9137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C4AD27-7758-1099-9EF8-F0C7135AC9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4855075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8DC7A-541E-863E-5C71-04A70C44C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1471B4-76B5-B3FA-765C-5A9442B167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6DD077-A5ED-6EA3-1DFE-E51BC6F57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E08A4F-0875-5B7A-B436-D17FF1D8D6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40942536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6451B1-F1C2-C342-9482-CA419A1AF9E0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9679060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 if we have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C445D-259E-C040-8F16-F5BC3A155F52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7233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hyperlink" Target="mailto:first.last@sydney.edu.au" TargetMode="External"/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59BD9-1F69-26BF-E93E-CA9DEC177C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2482F8-A3C1-0312-223E-F666E0EAC6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B3AC2A-5D48-201F-CF21-BE4C4775A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3A25A2-C37B-F36B-B25D-5119E7D62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30F8DF-38F4-D2E5-3A9A-77F266398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0464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A19B7-CD70-2D70-0424-378691F34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F39A43-B9B6-49B2-9F2D-81F896183E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E87490-D281-4CEF-4CDF-1FF0C2B30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FD37D1-C18A-520F-3662-95FC9768C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BC3C43-3B0F-8580-749B-BA691FF4D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983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33771-7C84-E480-1D41-FD048B73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B7CC3F-2B00-78D7-DB68-09367693AF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805DB-7F06-A662-10D5-ACB5A2CCD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E437C2-9FDA-5B9D-7BE5-14D08BD93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FBD048-7AA5-778F-95CD-DBC2D9BD9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826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B3DD4-5146-8BA4-EB81-3D1D9A723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90AEB9-195D-FB7C-FEC0-CFDDC88ED0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787783-90F7-8DC1-F26F-4180655A91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8E4336-551C-0F6C-A7B4-62366902F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B24847-988D-CCD5-CF19-204F95150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BA73DF-E58A-8A7C-6C6C-FE32FB293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8025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5162C-1E14-7C02-13BA-249EE6545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65513D-88A1-E9E9-FA64-B03FEFC4FF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545EC4-3C8B-2CAB-082E-C3CBFD02A8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E2B6BD-7F50-2993-6E13-B08F13921C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28BF63-90D8-03C0-1BCA-D4495DB212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74F16C-6260-16F8-6964-B4B8CBB8C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0C15DD2-6112-8E35-17D1-64AB35B24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153E4-41AF-5ED7-A7D3-6CD9600F5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875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4808F-8812-BE47-182E-852D05DAF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8970382-1806-3A37-8596-54552A9CE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23DF1C-EDE2-5FEB-719C-415675BE8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7CECF9-EAB0-C68F-0C43-9A16AC4EE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294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8A14FAF-3B68-802C-06F5-B48915FF0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4E3448A-E092-4080-FD8D-BDB3C40CB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E33D24-B126-ACBD-287C-06CCE935C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1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23CCC-821D-033D-B9F8-93F5689AB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69554C-72D4-E70D-C053-3DFEABA93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E231E8-75D1-AF7F-CEC6-B2429BA7F4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C03F84-DB37-1194-B727-181B5E19E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164F9F-117E-CF00-01C3-8DDFF87AD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B2D290-C7D4-9942-87CC-604CC8023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8715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D0BE4-7901-2C29-A46C-FE81F8B23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A12829-FB4B-BB00-765A-FA9191C298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9F3E64-A37C-DBBF-8EC0-9FF22B37D4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EAC888-CD94-A987-8A57-9243BF39E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2368DF-BC7C-2F81-AD06-BB92DDECF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57E3AE-D861-9D88-6E0D-554C8C724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059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4AB2C-7005-69A3-9927-04F24C718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56C17A-9BD5-3E48-3830-68F4A42EF5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486D7-7D8F-9C8B-4714-A92D4074E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E1FFE-A448-BA1B-E530-94DEC73AD0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B2E538-D5F7-C79C-66C7-CDD70FE9A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864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52AF96-08E8-35D4-015F-C9A1D821DE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C8DFC9-FB08-BDD6-E3EB-4F132FB455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58C1E-905D-1669-34FF-C68A40B27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8AF657-BA34-E60B-55B2-1DBD152CB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524A50-9BAC-E731-F169-D948183A4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4855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, large body copy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 and 1 column text box</a:t>
            </a:r>
            <a:br>
              <a:rPr lang="en-US" dirty="0"/>
            </a:br>
            <a:r>
              <a:rPr lang="en-US" dirty="0"/>
              <a:t>Large body copy</a:t>
            </a:r>
            <a:endParaRPr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025C77E-CD2E-BA7A-975E-54EF9CC46D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08250" y="2413000"/>
            <a:ext cx="8913283" cy="36745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36488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3"/>
          <p:cNvSpPr/>
          <p:nvPr/>
        </p:nvSpPr>
        <p:spPr>
          <a:xfrm>
            <a:off x="762000" y="768349"/>
            <a:ext cx="1219200" cy="0"/>
          </a:xfrm>
          <a:custGeom>
            <a:avLst/>
            <a:gdLst/>
            <a:ahLst/>
            <a:cxnLst/>
            <a:rect l="l" t="t" r="r" b="b"/>
            <a:pathLst>
              <a:path w="914400">
                <a:moveTo>
                  <a:pt x="914400" y="0"/>
                </a:moveTo>
                <a:lnTo>
                  <a:pt x="0" y="0"/>
                </a:lnTo>
              </a:path>
            </a:pathLst>
          </a:custGeom>
          <a:ln w="9525">
            <a:solidFill>
              <a:srgbClr val="E64626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Title and 1 object</a:t>
            </a:r>
            <a:endParaRPr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87CDED4A-4823-EF24-3881-13F93D52660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2508250" y="2403056"/>
            <a:ext cx="8913283" cy="368447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>
              <a:buFont typeface="System Font Regular"/>
              <a:buNone/>
              <a:defRPr sz="1333"/>
            </a:lvl1pPr>
            <a:lvl2pPr>
              <a:defRPr sz="1333"/>
            </a:lvl2pPr>
          </a:lstStyle>
          <a:p>
            <a:pPr marL="228594" marR="0" lvl="0" indent="-228594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System Font Regular"/>
              <a:buChar char="-"/>
              <a:tabLst/>
              <a:defRPr/>
            </a:pPr>
            <a:r>
              <a:rPr lang="en-AU" dirty="0"/>
              <a:t>Click to add text or click on icon </a:t>
            </a:r>
            <a:br>
              <a:rPr lang="en-AU" dirty="0"/>
            </a:br>
            <a:r>
              <a:rPr lang="en-AU" dirty="0"/>
              <a:t>below to add object’</a:t>
            </a:r>
          </a:p>
        </p:txBody>
      </p:sp>
      <p:sp>
        <p:nvSpPr>
          <p:cNvPr id="3" name="object 4">
            <a:extLst>
              <a:ext uri="{FF2B5EF4-FFF2-40B4-BE49-F238E27FC236}">
                <a16:creationId xmlns:a16="http://schemas.microsoft.com/office/drawing/2014/main" id="{072B83BE-F949-7430-0580-E28A8377541C}"/>
              </a:ext>
            </a:extLst>
          </p:cNvPr>
          <p:cNvSpPr txBox="1"/>
          <p:nvPr userDrawn="1"/>
        </p:nvSpPr>
        <p:spPr>
          <a:xfrm>
            <a:off x="757767" y="6300857"/>
            <a:ext cx="1257300" cy="139419"/>
          </a:xfrm>
          <a:prstGeom prst="rect">
            <a:avLst/>
          </a:prstGeom>
        </p:spPr>
        <p:txBody>
          <a:bodyPr vert="horz" wrap="square" lIns="0" tIns="5927" rIns="0" bIns="0" rtlCol="0">
            <a:spAutoFit/>
          </a:bodyPr>
          <a:lstStyle/>
          <a:p>
            <a:pPr marL="16933">
              <a:lnSpc>
                <a:spcPct val="100000"/>
              </a:lnSpc>
              <a:spcBef>
                <a:spcPts val="47"/>
              </a:spcBef>
            </a:pPr>
            <a:r>
              <a:rPr sz="867" dirty="0">
                <a:solidFill>
                  <a:srgbClr val="3C3C3B"/>
                </a:solidFill>
                <a:latin typeface="Arial"/>
                <a:cs typeface="Arial"/>
              </a:rPr>
              <a:t>The</a:t>
            </a:r>
            <a:r>
              <a:rPr sz="867" spc="20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spc="-13" dirty="0">
                <a:solidFill>
                  <a:srgbClr val="3C3C3B"/>
                </a:solidFill>
                <a:latin typeface="Arial"/>
                <a:cs typeface="Arial"/>
              </a:rPr>
              <a:t>University</a:t>
            </a:r>
            <a:r>
              <a:rPr sz="867" spc="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dirty="0">
                <a:solidFill>
                  <a:srgbClr val="3C3C3B"/>
                </a:solidFill>
                <a:latin typeface="Arial"/>
                <a:cs typeface="Arial"/>
              </a:rPr>
              <a:t>of</a:t>
            </a:r>
            <a:r>
              <a:rPr sz="867" spc="20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spc="-13" dirty="0">
                <a:solidFill>
                  <a:srgbClr val="3C3C3B"/>
                </a:solidFill>
                <a:latin typeface="Arial"/>
                <a:cs typeface="Arial"/>
              </a:rPr>
              <a:t>Sydney</a:t>
            </a:r>
            <a:endParaRPr sz="867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077221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526C391-EC2F-854E-3FAC-8EDA85399D7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49378" y="766233"/>
            <a:ext cx="7378623" cy="14224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3733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 sits here</a:t>
            </a:r>
          </a:p>
          <a:p>
            <a:r>
              <a:rPr lang="en-GB" dirty="0"/>
              <a:t>1-2 lines of copy 28pt</a:t>
            </a:r>
            <a:endParaRPr lang="en-US"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EC1A71F-2256-88FB-1073-78B7D8E702C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62001" y="2417231"/>
            <a:ext cx="7378623" cy="14224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3733" b="0" i="1">
                <a:solidFill>
                  <a:schemeClr val="tx1"/>
                </a:solidFill>
                <a:latin typeface="Times" pitchFamily="2" charset="0"/>
              </a:defRPr>
            </a:lvl1pPr>
          </a:lstStyle>
          <a:p>
            <a:r>
              <a:rPr lang="en-GB" dirty="0"/>
              <a:t>Presentation subheading </a:t>
            </a:r>
            <a:br>
              <a:rPr lang="en-GB" dirty="0"/>
            </a:br>
            <a:r>
              <a:rPr lang="en-GB" dirty="0"/>
              <a:t>can go over 2 lines 28pt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EA5ABDE1-C8DD-9C86-C1BA-029E99357DD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9378" y="4144433"/>
            <a:ext cx="7378623" cy="80856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867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Presented by 14pt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2845E8-E21B-1585-9AF6-BBB77FE87561}"/>
              </a:ext>
            </a:extLst>
          </p:cNvPr>
          <p:cNvSpPr txBox="1"/>
          <p:nvPr userDrawn="1"/>
        </p:nvSpPr>
        <p:spPr>
          <a:xfrm rot="16200000">
            <a:off x="10586937" y="4876745"/>
            <a:ext cx="2440351" cy="194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7" dirty="0"/>
              <a:t>CRICOS 00026A    TEQSA PRV12057</a:t>
            </a:r>
          </a:p>
        </p:txBody>
      </p:sp>
      <p:pic>
        <p:nvPicPr>
          <p:cNvPr id="11" name="Picture">
            <a:extLst>
              <a:ext uri="{FF2B5EF4-FFF2-40B4-BE49-F238E27FC236}">
                <a16:creationId xmlns:a16="http://schemas.microsoft.com/office/drawing/2014/main" id="{026371A5-B0B4-75FD-EDA9-FAF993970A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9137" y="5445078"/>
            <a:ext cx="2490252" cy="875881"/>
          </a:xfrm>
          <a:prstGeom prst="rect">
            <a:avLst/>
          </a:prstGeom>
        </p:spPr>
      </p:pic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3294DCB0-B5EC-D044-C287-CD623136A7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99201" y="5606560"/>
            <a:ext cx="4669700" cy="552915"/>
          </a:xfrm>
          <a:prstGeom prst="rect">
            <a:avLst/>
          </a:prstGeom>
        </p:spPr>
        <p:txBody>
          <a:bodyPr anchor="b" anchorCtr="0"/>
          <a:lstStyle>
            <a:lvl1pPr marL="0" indent="0" algn="r">
              <a:buNone/>
              <a:defRPr sz="18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 err="1"/>
              <a:t>sydney.edu.au</a:t>
            </a:r>
            <a:r>
              <a:rPr lang="en-GB" dirty="0"/>
              <a:t>/</a:t>
            </a:r>
            <a:r>
              <a:rPr lang="en-GB" dirty="0" err="1"/>
              <a:t>xxxxx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5207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A7B6FB2-6FB1-E8EE-71E2-F3031BBC4CF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49378" y="766233"/>
            <a:ext cx="7378623" cy="14224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3733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 sits here</a:t>
            </a:r>
          </a:p>
          <a:p>
            <a:r>
              <a:rPr lang="en-GB" dirty="0"/>
              <a:t>1-2 lines of copy 28pt</a:t>
            </a:r>
            <a:endParaRPr lang="en-US"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C73DE4E7-C9AA-0998-373D-DCFBF8D610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9378" y="2417696"/>
            <a:ext cx="7378623" cy="253530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867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Presented by 14pt</a:t>
            </a:r>
            <a:endParaRPr lang="en-US" dirty="0"/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3294DCB0-B5EC-D044-C287-CD623136A7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99201" y="5606560"/>
            <a:ext cx="4669700" cy="552915"/>
          </a:xfrm>
          <a:prstGeom prst="rect">
            <a:avLst/>
          </a:prstGeom>
        </p:spPr>
        <p:txBody>
          <a:bodyPr anchor="b" anchorCtr="0"/>
          <a:lstStyle>
            <a:lvl1pPr marL="0" indent="0" algn="r">
              <a:buNone/>
              <a:defRPr sz="18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 err="1"/>
              <a:t>sydney.edu.au</a:t>
            </a:r>
            <a:r>
              <a:rPr lang="en-GB" dirty="0"/>
              <a:t>/</a:t>
            </a:r>
            <a:r>
              <a:rPr lang="en-GB" dirty="0" err="1"/>
              <a:t>xxxxx</a:t>
            </a:r>
            <a:endParaRPr lang="en-US" dirty="0"/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026371A5-B0B4-75FD-EDA9-FAF993970A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9137" y="5445078"/>
            <a:ext cx="2490252" cy="875881"/>
          </a:xfrm>
          <a:prstGeom prst="rect">
            <a:avLst/>
          </a:prstGeom>
        </p:spPr>
      </p:pic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BD0328F7-E70B-70FE-8296-A6A9465B3C0D}"/>
              </a:ext>
            </a:extLst>
          </p:cNvPr>
          <p:cNvSpPr txBox="1"/>
          <p:nvPr userDrawn="1"/>
        </p:nvSpPr>
        <p:spPr>
          <a:xfrm rot="16200000">
            <a:off x="10586937" y="4876745"/>
            <a:ext cx="2440351" cy="194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7" dirty="0"/>
              <a:t>CRICOS 00026A    TEQSA PRV12057</a:t>
            </a:r>
          </a:p>
        </p:txBody>
      </p:sp>
    </p:spTree>
    <p:extLst>
      <p:ext uri="{BB962C8B-B14F-4D97-AF65-F5344CB8AC3E}">
        <p14:creationId xmlns:p14="http://schemas.microsoft.com/office/powerpoint/2010/main" val="304641136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imag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bject 7">
            <a:extLst>
              <a:ext uri="{FF2B5EF4-FFF2-40B4-BE49-F238E27FC236}">
                <a16:creationId xmlns:a16="http://schemas.microsoft.com/office/drawing/2014/main" id="{5682CEC0-2F2F-E2FD-4FDE-2AF1F4D1AE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5080" y="0"/>
            <a:ext cx="12207080" cy="6858000"/>
          </a:xfrm>
          <a:prstGeom prst="rect">
            <a:avLst/>
          </a:prstGeom>
        </p:spPr>
      </p:pic>
      <p:sp>
        <p:nvSpPr>
          <p:cNvPr id="3" name="object 6">
            <a:extLst>
              <a:ext uri="{FF2B5EF4-FFF2-40B4-BE49-F238E27FC236}">
                <a16:creationId xmlns:a16="http://schemas.microsoft.com/office/drawing/2014/main" id="{663CD1C2-E224-8DF3-9A0D-E3EFD27C1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762000"/>
            <a:ext cx="6096000" cy="5334000"/>
          </a:xfrm>
          <a:custGeom>
            <a:avLst/>
            <a:gdLst/>
            <a:ahLst/>
            <a:cxnLst/>
            <a:rect l="l" t="t" r="r" b="b"/>
            <a:pathLst>
              <a:path w="4572000" h="4000500">
                <a:moveTo>
                  <a:pt x="4572000" y="0"/>
                </a:moveTo>
                <a:lnTo>
                  <a:pt x="0" y="0"/>
                </a:lnTo>
                <a:lnTo>
                  <a:pt x="0" y="4000500"/>
                </a:lnTo>
                <a:lnTo>
                  <a:pt x="4572000" y="4000500"/>
                </a:lnTo>
                <a:lnTo>
                  <a:pt x="457200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0" bIns="0" rtlCol="0"/>
          <a:lstStyle/>
          <a:p>
            <a:endParaRPr sz="2400">
              <a:solidFill>
                <a:schemeClr val="tx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DEC0E1D8-33A4-65CC-8895-783ED3E741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4184" y="1250103"/>
            <a:ext cx="5289313" cy="1262103"/>
          </a:xfrm>
          <a:prstGeom prst="rect">
            <a:avLst/>
          </a:prstGeom>
        </p:spPr>
        <p:txBody>
          <a:bodyPr/>
          <a:lstStyle>
            <a:lvl1pPr>
              <a:defRPr sz="3733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 sits here 28pt</a:t>
            </a:r>
            <a:endParaRPr lang="en-US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9C36DF5-DD75-D71F-723C-8EF6CC84B88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69" y="2642615"/>
            <a:ext cx="5289312" cy="1005052"/>
          </a:xfrm>
          <a:prstGeom prst="rect">
            <a:avLst/>
          </a:prstGeom>
        </p:spPr>
        <p:txBody>
          <a:bodyPr/>
          <a:lstStyle>
            <a:lvl1pPr marL="16933" marR="6773" indent="0">
              <a:lnSpc>
                <a:spcPct val="100000"/>
              </a:lnSpc>
              <a:spcBef>
                <a:spcPts val="133"/>
              </a:spcBef>
              <a:buNone/>
              <a:defRPr sz="1867">
                <a:solidFill>
                  <a:schemeClr val="tx1"/>
                </a:solidFill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sz="1867" dirty="0">
                <a:latin typeface="Arial"/>
                <a:cs typeface="Arial"/>
              </a:rPr>
              <a:t>Intro</a:t>
            </a:r>
            <a:r>
              <a:rPr lang="en-AU" sz="1867" spc="-2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text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14pt,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to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sit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here.</a:t>
            </a:r>
            <a:r>
              <a:rPr lang="en-AU" sz="1867" spc="-13" dirty="0">
                <a:latin typeface="Arial"/>
                <a:cs typeface="Arial"/>
              </a:rPr>
              <a:t> </a:t>
            </a:r>
            <a:br>
              <a:rPr lang="en-AU" sz="1867" spc="-13" dirty="0">
                <a:latin typeface="Arial"/>
                <a:cs typeface="Arial"/>
              </a:rPr>
            </a:br>
            <a:r>
              <a:rPr lang="en-AU" sz="1867" dirty="0">
                <a:latin typeface="Arial"/>
                <a:cs typeface="Arial"/>
              </a:rPr>
              <a:t>2–3</a:t>
            </a:r>
            <a:r>
              <a:rPr lang="en-AU" sz="1867" spc="-13" dirty="0">
                <a:latin typeface="Arial"/>
                <a:cs typeface="Arial"/>
              </a:rPr>
              <a:t> lines </a:t>
            </a:r>
            <a:r>
              <a:rPr lang="en-AU" sz="1867" dirty="0">
                <a:latin typeface="Arial"/>
                <a:cs typeface="Arial"/>
              </a:rPr>
              <a:t>of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spc="-33" dirty="0">
                <a:latin typeface="Arial"/>
                <a:cs typeface="Arial"/>
              </a:rPr>
              <a:t>copy.</a:t>
            </a:r>
            <a:r>
              <a:rPr lang="en-AU" sz="1867" spc="-10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Am </a:t>
            </a:r>
            <a:r>
              <a:rPr lang="en-AU" sz="1867" dirty="0" err="1">
                <a:latin typeface="Arial"/>
                <a:cs typeface="Arial"/>
              </a:rPr>
              <a:t>quo’xnkaln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ium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aute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spc="-13" dirty="0" err="1">
                <a:latin typeface="Arial"/>
                <a:cs typeface="Arial"/>
              </a:rPr>
              <a:t>fuidesteI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eces</a:t>
            </a:r>
            <a:r>
              <a:rPr lang="en-AU" sz="1867" dirty="0">
                <a:latin typeface="Arial"/>
                <a:cs typeface="Arial"/>
              </a:rPr>
              <a:t>,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Cas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cus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aus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spc="-13" dirty="0" err="1">
                <a:latin typeface="Arial"/>
                <a:cs typeface="Arial"/>
              </a:rPr>
              <a:t>opubli</a:t>
            </a:r>
            <a:r>
              <a:rPr lang="en-AU" sz="1867" spc="-13" dirty="0">
                <a:latin typeface="Arial"/>
                <a:cs typeface="Arial"/>
              </a:rPr>
              <a:t>.</a:t>
            </a:r>
            <a:endParaRPr lang="en-AU" sz="1867" dirty="0">
              <a:latin typeface="Arial"/>
              <a:cs typeface="Arial"/>
            </a:endParaRP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3294DCB0-B5EC-D044-C287-CD623136A7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4183" y="3716547"/>
            <a:ext cx="4669700" cy="552915"/>
          </a:xfrm>
          <a:prstGeom prst="rect">
            <a:avLst/>
          </a:prstGeom>
        </p:spPr>
        <p:txBody>
          <a:bodyPr anchor="b" anchorCtr="0"/>
          <a:lstStyle>
            <a:lvl1pPr marL="0" indent="0" algn="l">
              <a:buNone/>
              <a:defRPr sz="18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 err="1"/>
              <a:t>sydney.edu.au</a:t>
            </a:r>
            <a:r>
              <a:rPr lang="en-GB" dirty="0"/>
              <a:t>/</a:t>
            </a:r>
            <a:r>
              <a:rPr lang="en-GB" dirty="0" err="1"/>
              <a:t>xxxxx</a:t>
            </a:r>
            <a:endParaRPr lang="en-US" dirty="0"/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026371A5-B0B4-75FD-EDA9-FAF993970A5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8588" y="4814971"/>
            <a:ext cx="2078160" cy="730939"/>
          </a:xfrm>
          <a:prstGeom prst="rect">
            <a:avLst/>
          </a:prstGeom>
        </p:spPr>
      </p:pic>
      <p:sp>
        <p:nvSpPr>
          <p:cNvPr id="2" name="TextBox 5">
            <a:extLst>
              <a:ext uri="{FF2B5EF4-FFF2-40B4-BE49-F238E27FC236}">
                <a16:creationId xmlns:a16="http://schemas.microsoft.com/office/drawing/2014/main" id="{CC6CB602-C08B-320B-4B19-B03FD0E5432F}"/>
              </a:ext>
            </a:extLst>
          </p:cNvPr>
          <p:cNvSpPr txBox="1"/>
          <p:nvPr userDrawn="1"/>
        </p:nvSpPr>
        <p:spPr>
          <a:xfrm rot="16200000">
            <a:off x="4713543" y="4752930"/>
            <a:ext cx="2440351" cy="194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7" dirty="0"/>
              <a:t>CRICOS 00026A    TEQSA PRV12057</a:t>
            </a:r>
          </a:p>
        </p:txBody>
      </p:sp>
    </p:spTree>
    <p:extLst>
      <p:ext uri="{BB962C8B-B14F-4D97-AF65-F5344CB8AC3E}">
        <p14:creationId xmlns:p14="http://schemas.microsoft.com/office/powerpoint/2010/main" val="30729635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imag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6">
            <a:extLst>
              <a:ext uri="{FF2B5EF4-FFF2-40B4-BE49-F238E27FC236}">
                <a16:creationId xmlns:a16="http://schemas.microsoft.com/office/drawing/2014/main" id="{351BF546-A7D6-4DDD-D34D-2811CA1DFCD1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object 6">
            <a:extLst>
              <a:ext uri="{FF2B5EF4-FFF2-40B4-BE49-F238E27FC236}">
                <a16:creationId xmlns:a16="http://schemas.microsoft.com/office/drawing/2014/main" id="{663CD1C2-E224-8DF3-9A0D-E3EFD27C1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762000"/>
            <a:ext cx="6096000" cy="5334000"/>
          </a:xfrm>
          <a:custGeom>
            <a:avLst/>
            <a:gdLst/>
            <a:ahLst/>
            <a:cxnLst/>
            <a:rect l="l" t="t" r="r" b="b"/>
            <a:pathLst>
              <a:path w="4572000" h="4000500">
                <a:moveTo>
                  <a:pt x="4572000" y="0"/>
                </a:moveTo>
                <a:lnTo>
                  <a:pt x="0" y="0"/>
                </a:lnTo>
                <a:lnTo>
                  <a:pt x="0" y="4000500"/>
                </a:lnTo>
                <a:lnTo>
                  <a:pt x="4572000" y="4000500"/>
                </a:lnTo>
                <a:lnTo>
                  <a:pt x="457200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0" bIns="0" rtlCol="0"/>
          <a:lstStyle/>
          <a:p>
            <a:endParaRPr sz="2400">
              <a:solidFill>
                <a:schemeClr val="tx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DEC0E1D8-33A4-65CC-8895-783ED3E741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4184" y="1250103"/>
            <a:ext cx="5289313" cy="1262103"/>
          </a:xfrm>
          <a:prstGeom prst="rect">
            <a:avLst/>
          </a:prstGeom>
        </p:spPr>
        <p:txBody>
          <a:bodyPr/>
          <a:lstStyle>
            <a:lvl1pPr>
              <a:defRPr sz="3733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 sits here 28pt</a:t>
            </a:r>
            <a:endParaRPr lang="en-US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9C36DF5-DD75-D71F-723C-8EF6CC84B88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69" y="2642615"/>
            <a:ext cx="5289312" cy="1005052"/>
          </a:xfrm>
          <a:prstGeom prst="rect">
            <a:avLst/>
          </a:prstGeom>
        </p:spPr>
        <p:txBody>
          <a:bodyPr/>
          <a:lstStyle>
            <a:lvl1pPr marL="16933" marR="6773" indent="0">
              <a:lnSpc>
                <a:spcPct val="100000"/>
              </a:lnSpc>
              <a:spcBef>
                <a:spcPts val="133"/>
              </a:spcBef>
              <a:buNone/>
              <a:defRPr sz="1867">
                <a:solidFill>
                  <a:schemeClr val="tx1"/>
                </a:solidFill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sz="1867" dirty="0">
                <a:latin typeface="Arial"/>
                <a:cs typeface="Arial"/>
              </a:rPr>
              <a:t>Intro</a:t>
            </a:r>
            <a:r>
              <a:rPr lang="en-AU" sz="1867" spc="-2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text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14pt,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to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sit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here.</a:t>
            </a:r>
            <a:r>
              <a:rPr lang="en-AU" sz="1867" spc="-13" dirty="0">
                <a:latin typeface="Arial"/>
                <a:cs typeface="Arial"/>
              </a:rPr>
              <a:t> </a:t>
            </a:r>
            <a:br>
              <a:rPr lang="en-AU" sz="1867" spc="-13" dirty="0">
                <a:latin typeface="Arial"/>
                <a:cs typeface="Arial"/>
              </a:rPr>
            </a:br>
            <a:r>
              <a:rPr lang="en-AU" sz="1867" dirty="0">
                <a:latin typeface="Arial"/>
                <a:cs typeface="Arial"/>
              </a:rPr>
              <a:t>2–3</a:t>
            </a:r>
            <a:r>
              <a:rPr lang="en-AU" sz="1867" spc="-13" dirty="0">
                <a:latin typeface="Arial"/>
                <a:cs typeface="Arial"/>
              </a:rPr>
              <a:t> lines </a:t>
            </a:r>
            <a:r>
              <a:rPr lang="en-AU" sz="1867" dirty="0">
                <a:latin typeface="Arial"/>
                <a:cs typeface="Arial"/>
              </a:rPr>
              <a:t>of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spc="-33" dirty="0">
                <a:latin typeface="Arial"/>
                <a:cs typeface="Arial"/>
              </a:rPr>
              <a:t>copy.</a:t>
            </a:r>
            <a:r>
              <a:rPr lang="en-AU" sz="1867" spc="-10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Am </a:t>
            </a:r>
            <a:r>
              <a:rPr lang="en-AU" sz="1867" dirty="0" err="1">
                <a:latin typeface="Arial"/>
                <a:cs typeface="Arial"/>
              </a:rPr>
              <a:t>quo’xnkaln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ium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aute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spc="-13" dirty="0" err="1">
                <a:latin typeface="Arial"/>
                <a:cs typeface="Arial"/>
              </a:rPr>
              <a:t>fuidesteI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eces</a:t>
            </a:r>
            <a:r>
              <a:rPr lang="en-AU" sz="1867" dirty="0">
                <a:latin typeface="Arial"/>
                <a:cs typeface="Arial"/>
              </a:rPr>
              <a:t>,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Cas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cus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aus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spc="-13" dirty="0" err="1">
                <a:latin typeface="Arial"/>
                <a:cs typeface="Arial"/>
              </a:rPr>
              <a:t>opubli</a:t>
            </a:r>
            <a:r>
              <a:rPr lang="en-AU" sz="1867" spc="-13" dirty="0">
                <a:latin typeface="Arial"/>
                <a:cs typeface="Arial"/>
              </a:rPr>
              <a:t>.</a:t>
            </a:r>
            <a:endParaRPr lang="en-AU" sz="1867" dirty="0">
              <a:latin typeface="Arial"/>
              <a:cs typeface="Arial"/>
            </a:endParaRP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3294DCB0-B5EC-D044-C287-CD623136A7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4183" y="3716547"/>
            <a:ext cx="4669700" cy="552915"/>
          </a:xfrm>
          <a:prstGeom prst="rect">
            <a:avLst/>
          </a:prstGeom>
        </p:spPr>
        <p:txBody>
          <a:bodyPr anchor="b" anchorCtr="0"/>
          <a:lstStyle>
            <a:lvl1pPr marL="0" indent="0" algn="l">
              <a:buNone/>
              <a:defRPr sz="18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 err="1"/>
              <a:t>sydney.edu.au</a:t>
            </a:r>
            <a:r>
              <a:rPr lang="en-GB" dirty="0"/>
              <a:t>/</a:t>
            </a:r>
            <a:r>
              <a:rPr lang="en-GB" dirty="0" err="1"/>
              <a:t>xxxxx</a:t>
            </a:r>
            <a:endParaRPr lang="en-US" dirty="0"/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026371A5-B0B4-75FD-EDA9-FAF993970A5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8588" y="4814971"/>
            <a:ext cx="2078160" cy="730939"/>
          </a:xfrm>
          <a:prstGeom prst="rect">
            <a:avLst/>
          </a:prstGeom>
        </p:spPr>
      </p:pic>
      <p:sp>
        <p:nvSpPr>
          <p:cNvPr id="2" name="TextBox 5">
            <a:extLst>
              <a:ext uri="{FF2B5EF4-FFF2-40B4-BE49-F238E27FC236}">
                <a16:creationId xmlns:a16="http://schemas.microsoft.com/office/drawing/2014/main" id="{CC6CB602-C08B-320B-4B19-B03FD0E5432F}"/>
              </a:ext>
            </a:extLst>
          </p:cNvPr>
          <p:cNvSpPr txBox="1"/>
          <p:nvPr userDrawn="1"/>
        </p:nvSpPr>
        <p:spPr>
          <a:xfrm rot="16200000">
            <a:off x="4713543" y="4752930"/>
            <a:ext cx="2440351" cy="194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7" dirty="0"/>
              <a:t>CRICOS 00026A    TEQSA PRV12057</a:t>
            </a:r>
          </a:p>
        </p:txBody>
      </p:sp>
    </p:spTree>
    <p:extLst>
      <p:ext uri="{BB962C8B-B14F-4D97-AF65-F5344CB8AC3E}">
        <p14:creationId xmlns:p14="http://schemas.microsoft.com/office/powerpoint/2010/main" val="43589656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 imag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ject 4">
            <a:extLst>
              <a:ext uri="{FF2B5EF4-FFF2-40B4-BE49-F238E27FC236}">
                <a16:creationId xmlns:a16="http://schemas.microsoft.com/office/drawing/2014/main" id="{A9A93A07-E57F-5770-834F-CFEF4A2F1EA7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95" y="0"/>
            <a:ext cx="12192000" cy="6858000"/>
          </a:xfrm>
          <a:prstGeom prst="rect">
            <a:avLst/>
          </a:prstGeom>
        </p:spPr>
      </p:pic>
      <p:sp>
        <p:nvSpPr>
          <p:cNvPr id="3" name="object 6">
            <a:extLst>
              <a:ext uri="{FF2B5EF4-FFF2-40B4-BE49-F238E27FC236}">
                <a16:creationId xmlns:a16="http://schemas.microsoft.com/office/drawing/2014/main" id="{663CD1C2-E224-8DF3-9A0D-E3EFD27C1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762000"/>
            <a:ext cx="6096000" cy="5334000"/>
          </a:xfrm>
          <a:custGeom>
            <a:avLst/>
            <a:gdLst/>
            <a:ahLst/>
            <a:cxnLst/>
            <a:rect l="l" t="t" r="r" b="b"/>
            <a:pathLst>
              <a:path w="4572000" h="4000500">
                <a:moveTo>
                  <a:pt x="4572000" y="0"/>
                </a:moveTo>
                <a:lnTo>
                  <a:pt x="0" y="0"/>
                </a:lnTo>
                <a:lnTo>
                  <a:pt x="0" y="4000500"/>
                </a:lnTo>
                <a:lnTo>
                  <a:pt x="4572000" y="4000500"/>
                </a:lnTo>
                <a:lnTo>
                  <a:pt x="457200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0" bIns="0" rtlCol="0"/>
          <a:lstStyle/>
          <a:p>
            <a:endParaRPr sz="2400">
              <a:solidFill>
                <a:schemeClr val="tx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DEC0E1D8-33A4-65CC-8895-783ED3E741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4184" y="1250103"/>
            <a:ext cx="5289313" cy="1262103"/>
          </a:xfrm>
          <a:prstGeom prst="rect">
            <a:avLst/>
          </a:prstGeom>
        </p:spPr>
        <p:txBody>
          <a:bodyPr/>
          <a:lstStyle>
            <a:lvl1pPr>
              <a:defRPr sz="3733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 sits here 28pt</a:t>
            </a:r>
            <a:endParaRPr lang="en-US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9C36DF5-DD75-D71F-723C-8EF6CC84B88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69" y="2642615"/>
            <a:ext cx="5289312" cy="1005052"/>
          </a:xfrm>
          <a:prstGeom prst="rect">
            <a:avLst/>
          </a:prstGeom>
        </p:spPr>
        <p:txBody>
          <a:bodyPr/>
          <a:lstStyle>
            <a:lvl1pPr marL="16933" marR="6773" indent="0">
              <a:lnSpc>
                <a:spcPct val="100000"/>
              </a:lnSpc>
              <a:spcBef>
                <a:spcPts val="133"/>
              </a:spcBef>
              <a:buNone/>
              <a:defRPr sz="1867">
                <a:solidFill>
                  <a:schemeClr val="tx1"/>
                </a:solidFill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sz="1867" dirty="0">
                <a:latin typeface="Arial"/>
                <a:cs typeface="Arial"/>
              </a:rPr>
              <a:t>Intro</a:t>
            </a:r>
            <a:r>
              <a:rPr lang="en-AU" sz="1867" spc="-2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text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14pt,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to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sit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here.</a:t>
            </a:r>
            <a:r>
              <a:rPr lang="en-AU" sz="1867" spc="-13" dirty="0">
                <a:latin typeface="Arial"/>
                <a:cs typeface="Arial"/>
              </a:rPr>
              <a:t> </a:t>
            </a:r>
            <a:br>
              <a:rPr lang="en-AU" sz="1867" spc="-13" dirty="0">
                <a:latin typeface="Arial"/>
                <a:cs typeface="Arial"/>
              </a:rPr>
            </a:br>
            <a:r>
              <a:rPr lang="en-AU" sz="1867" dirty="0">
                <a:latin typeface="Arial"/>
                <a:cs typeface="Arial"/>
              </a:rPr>
              <a:t>2–3</a:t>
            </a:r>
            <a:r>
              <a:rPr lang="en-AU" sz="1867" spc="-13" dirty="0">
                <a:latin typeface="Arial"/>
                <a:cs typeface="Arial"/>
              </a:rPr>
              <a:t> lines </a:t>
            </a:r>
            <a:r>
              <a:rPr lang="en-AU" sz="1867" dirty="0">
                <a:latin typeface="Arial"/>
                <a:cs typeface="Arial"/>
              </a:rPr>
              <a:t>of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spc="-33" dirty="0">
                <a:latin typeface="Arial"/>
                <a:cs typeface="Arial"/>
              </a:rPr>
              <a:t>copy.</a:t>
            </a:r>
            <a:r>
              <a:rPr lang="en-AU" sz="1867" spc="-10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Am </a:t>
            </a:r>
            <a:r>
              <a:rPr lang="en-AU" sz="1867" dirty="0" err="1">
                <a:latin typeface="Arial"/>
                <a:cs typeface="Arial"/>
              </a:rPr>
              <a:t>quo’xnkaln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ium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aute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spc="-13" dirty="0" err="1">
                <a:latin typeface="Arial"/>
                <a:cs typeface="Arial"/>
              </a:rPr>
              <a:t>fuidesteI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eces</a:t>
            </a:r>
            <a:r>
              <a:rPr lang="en-AU" sz="1867" dirty="0">
                <a:latin typeface="Arial"/>
                <a:cs typeface="Arial"/>
              </a:rPr>
              <a:t>,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Cas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cus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aus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spc="-13" dirty="0" err="1">
                <a:latin typeface="Arial"/>
                <a:cs typeface="Arial"/>
              </a:rPr>
              <a:t>opubli</a:t>
            </a:r>
            <a:r>
              <a:rPr lang="en-AU" sz="1867" spc="-13" dirty="0">
                <a:latin typeface="Arial"/>
                <a:cs typeface="Arial"/>
              </a:rPr>
              <a:t>.</a:t>
            </a:r>
            <a:endParaRPr lang="en-AU" sz="1867" dirty="0">
              <a:latin typeface="Arial"/>
              <a:cs typeface="Arial"/>
            </a:endParaRP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3294DCB0-B5EC-D044-C287-CD623136A7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4183" y="3716547"/>
            <a:ext cx="4669700" cy="552915"/>
          </a:xfrm>
          <a:prstGeom prst="rect">
            <a:avLst/>
          </a:prstGeom>
        </p:spPr>
        <p:txBody>
          <a:bodyPr anchor="b" anchorCtr="0"/>
          <a:lstStyle>
            <a:lvl1pPr marL="0" indent="0" algn="l">
              <a:buNone/>
              <a:defRPr sz="18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 err="1"/>
              <a:t>sydney.edu.au</a:t>
            </a:r>
            <a:r>
              <a:rPr lang="en-GB" dirty="0"/>
              <a:t>/</a:t>
            </a:r>
            <a:r>
              <a:rPr lang="en-GB" dirty="0" err="1"/>
              <a:t>xxxxx</a:t>
            </a:r>
            <a:endParaRPr lang="en-US" dirty="0"/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026371A5-B0B4-75FD-EDA9-FAF993970A5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8588" y="4814971"/>
            <a:ext cx="2078160" cy="730939"/>
          </a:xfrm>
          <a:prstGeom prst="rect">
            <a:avLst/>
          </a:prstGeom>
        </p:spPr>
      </p:pic>
      <p:sp>
        <p:nvSpPr>
          <p:cNvPr id="2" name="TextBox 5">
            <a:extLst>
              <a:ext uri="{FF2B5EF4-FFF2-40B4-BE49-F238E27FC236}">
                <a16:creationId xmlns:a16="http://schemas.microsoft.com/office/drawing/2014/main" id="{CC6CB602-C08B-320B-4B19-B03FD0E5432F}"/>
              </a:ext>
            </a:extLst>
          </p:cNvPr>
          <p:cNvSpPr txBox="1"/>
          <p:nvPr userDrawn="1"/>
        </p:nvSpPr>
        <p:spPr>
          <a:xfrm rot="16200000">
            <a:off x="4713543" y="4752930"/>
            <a:ext cx="2440351" cy="194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7" dirty="0"/>
              <a:t>CRICOS 00026A    TEQSA PRV12057</a:t>
            </a:r>
          </a:p>
        </p:txBody>
      </p:sp>
    </p:spTree>
    <p:extLst>
      <p:ext uri="{BB962C8B-B14F-4D97-AF65-F5344CB8AC3E}">
        <p14:creationId xmlns:p14="http://schemas.microsoft.com/office/powerpoint/2010/main" val="31364837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 imag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3F48FE3D-1F01-EEB6-6A4A-4F4B29D064A5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object 6">
            <a:extLst>
              <a:ext uri="{FF2B5EF4-FFF2-40B4-BE49-F238E27FC236}">
                <a16:creationId xmlns:a16="http://schemas.microsoft.com/office/drawing/2014/main" id="{663CD1C2-E224-8DF3-9A0D-E3EFD27C1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762000"/>
            <a:ext cx="6096000" cy="5334000"/>
          </a:xfrm>
          <a:custGeom>
            <a:avLst/>
            <a:gdLst/>
            <a:ahLst/>
            <a:cxnLst/>
            <a:rect l="l" t="t" r="r" b="b"/>
            <a:pathLst>
              <a:path w="4572000" h="4000500">
                <a:moveTo>
                  <a:pt x="4572000" y="0"/>
                </a:moveTo>
                <a:lnTo>
                  <a:pt x="0" y="0"/>
                </a:lnTo>
                <a:lnTo>
                  <a:pt x="0" y="4000500"/>
                </a:lnTo>
                <a:lnTo>
                  <a:pt x="4572000" y="4000500"/>
                </a:lnTo>
                <a:lnTo>
                  <a:pt x="457200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0" bIns="0" rtlCol="0"/>
          <a:lstStyle/>
          <a:p>
            <a:endParaRPr sz="2400">
              <a:solidFill>
                <a:schemeClr val="tx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DEC0E1D8-33A4-65CC-8895-783ED3E741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4184" y="1250103"/>
            <a:ext cx="5289313" cy="1262103"/>
          </a:xfrm>
          <a:prstGeom prst="rect">
            <a:avLst/>
          </a:prstGeom>
        </p:spPr>
        <p:txBody>
          <a:bodyPr/>
          <a:lstStyle>
            <a:lvl1pPr>
              <a:defRPr sz="3733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Heading sits here 28pt</a:t>
            </a:r>
            <a:endParaRPr lang="en-US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9C36DF5-DD75-D71F-723C-8EF6CC84B88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69" y="2642615"/>
            <a:ext cx="5289312" cy="1005052"/>
          </a:xfrm>
          <a:prstGeom prst="rect">
            <a:avLst/>
          </a:prstGeom>
        </p:spPr>
        <p:txBody>
          <a:bodyPr/>
          <a:lstStyle>
            <a:lvl1pPr marL="16933" marR="6773" indent="0">
              <a:lnSpc>
                <a:spcPct val="100000"/>
              </a:lnSpc>
              <a:spcBef>
                <a:spcPts val="133"/>
              </a:spcBef>
              <a:buNone/>
              <a:defRPr sz="1867">
                <a:solidFill>
                  <a:schemeClr val="tx1"/>
                </a:solidFill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sz="1867" dirty="0">
                <a:latin typeface="Arial"/>
                <a:cs typeface="Arial"/>
              </a:rPr>
              <a:t>Intro</a:t>
            </a:r>
            <a:r>
              <a:rPr lang="en-AU" sz="1867" spc="-2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text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14pt,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to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sit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here.</a:t>
            </a:r>
            <a:r>
              <a:rPr lang="en-AU" sz="1867" spc="-13" dirty="0">
                <a:latin typeface="Arial"/>
                <a:cs typeface="Arial"/>
              </a:rPr>
              <a:t> </a:t>
            </a:r>
            <a:br>
              <a:rPr lang="en-AU" sz="1867" spc="-13" dirty="0">
                <a:latin typeface="Arial"/>
                <a:cs typeface="Arial"/>
              </a:rPr>
            </a:br>
            <a:r>
              <a:rPr lang="en-AU" sz="1867" dirty="0">
                <a:latin typeface="Arial"/>
                <a:cs typeface="Arial"/>
              </a:rPr>
              <a:t>2–3</a:t>
            </a:r>
            <a:r>
              <a:rPr lang="en-AU" sz="1867" spc="-13" dirty="0">
                <a:latin typeface="Arial"/>
                <a:cs typeface="Arial"/>
              </a:rPr>
              <a:t> lines </a:t>
            </a:r>
            <a:r>
              <a:rPr lang="en-AU" sz="1867" dirty="0">
                <a:latin typeface="Arial"/>
                <a:cs typeface="Arial"/>
              </a:rPr>
              <a:t>of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spc="-33" dirty="0">
                <a:latin typeface="Arial"/>
                <a:cs typeface="Arial"/>
              </a:rPr>
              <a:t>copy.</a:t>
            </a:r>
            <a:r>
              <a:rPr lang="en-AU" sz="1867" spc="-107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Am </a:t>
            </a:r>
            <a:r>
              <a:rPr lang="en-AU" sz="1867" dirty="0" err="1">
                <a:latin typeface="Arial"/>
                <a:cs typeface="Arial"/>
              </a:rPr>
              <a:t>quo’xnkaln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ium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aute</a:t>
            </a:r>
            <a:r>
              <a:rPr lang="en-AU" sz="1867" spc="-7" dirty="0">
                <a:latin typeface="Arial"/>
                <a:cs typeface="Arial"/>
              </a:rPr>
              <a:t> </a:t>
            </a:r>
            <a:r>
              <a:rPr lang="en-AU" sz="1867" spc="-13" dirty="0" err="1">
                <a:latin typeface="Arial"/>
                <a:cs typeface="Arial"/>
              </a:rPr>
              <a:t>fuidesteI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eces</a:t>
            </a:r>
            <a:r>
              <a:rPr lang="en-AU" sz="1867" dirty="0">
                <a:latin typeface="Arial"/>
                <a:cs typeface="Arial"/>
              </a:rPr>
              <a:t>,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>
                <a:latin typeface="Arial"/>
                <a:cs typeface="Arial"/>
              </a:rPr>
              <a:t>Cas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cus</a:t>
            </a:r>
            <a:r>
              <a:rPr lang="en-AU" sz="1867" spc="-13" dirty="0">
                <a:latin typeface="Arial"/>
                <a:cs typeface="Arial"/>
              </a:rPr>
              <a:t> </a:t>
            </a:r>
            <a:r>
              <a:rPr lang="en-AU" sz="1867" dirty="0" err="1">
                <a:latin typeface="Arial"/>
                <a:cs typeface="Arial"/>
              </a:rPr>
              <a:t>aus</a:t>
            </a:r>
            <a:r>
              <a:rPr lang="en-AU" sz="1867" spc="-20" dirty="0">
                <a:latin typeface="Arial"/>
                <a:cs typeface="Arial"/>
              </a:rPr>
              <a:t> </a:t>
            </a:r>
            <a:r>
              <a:rPr lang="en-AU" sz="1867" spc="-13" dirty="0" err="1">
                <a:latin typeface="Arial"/>
                <a:cs typeface="Arial"/>
              </a:rPr>
              <a:t>opubli</a:t>
            </a:r>
            <a:r>
              <a:rPr lang="en-AU" sz="1867" spc="-13" dirty="0">
                <a:latin typeface="Arial"/>
                <a:cs typeface="Arial"/>
              </a:rPr>
              <a:t>.</a:t>
            </a:r>
            <a:endParaRPr lang="en-AU" sz="1867" dirty="0">
              <a:latin typeface="Arial"/>
              <a:cs typeface="Arial"/>
            </a:endParaRP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3294DCB0-B5EC-D044-C287-CD623136A7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4183" y="3716547"/>
            <a:ext cx="4669700" cy="552915"/>
          </a:xfrm>
          <a:prstGeom prst="rect">
            <a:avLst/>
          </a:prstGeom>
        </p:spPr>
        <p:txBody>
          <a:bodyPr anchor="b" anchorCtr="0"/>
          <a:lstStyle>
            <a:lvl1pPr marL="0" indent="0" algn="l">
              <a:buNone/>
              <a:defRPr sz="1867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 err="1"/>
              <a:t>sydney.edu.au</a:t>
            </a:r>
            <a:r>
              <a:rPr lang="en-GB" dirty="0"/>
              <a:t>/</a:t>
            </a:r>
            <a:r>
              <a:rPr lang="en-GB" dirty="0" err="1"/>
              <a:t>xxxxx</a:t>
            </a:r>
            <a:endParaRPr lang="en-US" dirty="0"/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026371A5-B0B4-75FD-EDA9-FAF993970A5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8588" y="4814971"/>
            <a:ext cx="2078160" cy="730939"/>
          </a:xfrm>
          <a:prstGeom prst="rect">
            <a:avLst/>
          </a:prstGeom>
        </p:spPr>
      </p:pic>
      <p:sp>
        <p:nvSpPr>
          <p:cNvPr id="2" name="TextBox 5">
            <a:extLst>
              <a:ext uri="{FF2B5EF4-FFF2-40B4-BE49-F238E27FC236}">
                <a16:creationId xmlns:a16="http://schemas.microsoft.com/office/drawing/2014/main" id="{CC6CB602-C08B-320B-4B19-B03FD0E5432F}"/>
              </a:ext>
            </a:extLst>
          </p:cNvPr>
          <p:cNvSpPr txBox="1"/>
          <p:nvPr userDrawn="1"/>
        </p:nvSpPr>
        <p:spPr>
          <a:xfrm rot="16200000">
            <a:off x="4713543" y="4752930"/>
            <a:ext cx="2440351" cy="194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7" dirty="0"/>
              <a:t>CRICOS 00026A    TEQSA PRV12057</a:t>
            </a:r>
          </a:p>
        </p:txBody>
      </p:sp>
    </p:spTree>
    <p:extLst>
      <p:ext uri="{BB962C8B-B14F-4D97-AF65-F5344CB8AC3E}">
        <p14:creationId xmlns:p14="http://schemas.microsoft.com/office/powerpoint/2010/main" val="4274704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knowledgement of Country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A4A031B-81B7-43E9-D4FB-AF1716EB702F}"/>
              </a:ext>
            </a:extLst>
          </p:cNvPr>
          <p:cNvSpPr txBox="1"/>
          <p:nvPr userDrawn="1"/>
        </p:nvSpPr>
        <p:spPr>
          <a:xfrm>
            <a:off x="770469" y="1314102"/>
            <a:ext cx="7357532" cy="223309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28786" marR="6773" indent="-12700" algn="l">
              <a:lnSpc>
                <a:spcPct val="100000"/>
              </a:lnSpc>
              <a:spcBef>
                <a:spcPts val="133"/>
              </a:spcBef>
            </a:pPr>
            <a:r>
              <a:rPr lang="en-AU" sz="2400" dirty="0">
                <a:solidFill>
                  <a:schemeClr val="tx1"/>
                </a:solidFill>
                <a:latin typeface="Arial"/>
                <a:cs typeface="Arial"/>
              </a:rPr>
              <a:t>We recognise and pay respect to the Elders and communities – past, present, and emerging – of the lands that the University of Sydney's campuses stand on. For thousands of years they have shared and exchanged knowledges across innumerable generations for the benefit of all.</a:t>
            </a: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6E1B4E01-527A-D1AA-EA18-50F1CA440C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8588" y="4814971"/>
            <a:ext cx="2078160" cy="730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5604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knowledgement of Country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2">
            <a:extLst>
              <a:ext uri="{FF2B5EF4-FFF2-40B4-BE49-F238E27FC236}">
                <a16:creationId xmlns:a16="http://schemas.microsoft.com/office/drawing/2014/main" id="{6E1B4E01-527A-D1AA-EA18-50F1CA440C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8588" y="4814971"/>
            <a:ext cx="2078160" cy="730939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3A4A031B-81B7-43E9-D4FB-AF1716EB702F}"/>
              </a:ext>
            </a:extLst>
          </p:cNvPr>
          <p:cNvSpPr txBox="1"/>
          <p:nvPr userDrawn="1"/>
        </p:nvSpPr>
        <p:spPr>
          <a:xfrm>
            <a:off x="770469" y="1314102"/>
            <a:ext cx="8576732" cy="223309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68578" marR="6773" indent="-52492">
              <a:lnSpc>
                <a:spcPct val="100000"/>
              </a:lnSpc>
              <a:spcBef>
                <a:spcPts val="133"/>
              </a:spcBef>
            </a:pPr>
            <a:r>
              <a:rPr lang="en-AU" sz="2400" dirty="0">
                <a:latin typeface="Arial"/>
                <a:cs typeface="Arial"/>
              </a:rPr>
              <a:t>The</a:t>
            </a:r>
            <a:r>
              <a:rPr lang="en-AU" sz="2400" spc="-47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University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of</a:t>
            </a:r>
            <a:r>
              <a:rPr lang="en-AU" sz="2400" spc="-47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Sydney’s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Camperdown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Campus</a:t>
            </a:r>
            <a:r>
              <a:rPr lang="en-AU" sz="2400" spc="-47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sits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on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the</a:t>
            </a:r>
            <a:r>
              <a:rPr lang="en-AU" sz="2400" spc="-47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lands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of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spc="-33" dirty="0">
                <a:latin typeface="Arial"/>
                <a:cs typeface="Arial"/>
              </a:rPr>
              <a:t>the </a:t>
            </a:r>
            <a:r>
              <a:rPr lang="en-AU" sz="2400" dirty="0">
                <a:latin typeface="Arial"/>
                <a:cs typeface="Arial"/>
              </a:rPr>
              <a:t>Gadigal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people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with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campuses,</a:t>
            </a:r>
            <a:r>
              <a:rPr lang="en-AU" sz="2400" spc="-7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teaching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and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research</a:t>
            </a:r>
            <a:r>
              <a:rPr lang="en-AU" sz="2400" spc="-7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facilities</a:t>
            </a:r>
            <a:r>
              <a:rPr lang="en-AU" sz="2400" spc="-7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on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spc="-33" dirty="0">
                <a:latin typeface="Arial"/>
                <a:cs typeface="Arial"/>
              </a:rPr>
              <a:t>the </a:t>
            </a:r>
            <a:r>
              <a:rPr lang="en-AU" sz="2400" dirty="0">
                <a:latin typeface="Arial"/>
                <a:cs typeface="Arial"/>
              </a:rPr>
              <a:t>lands</a:t>
            </a:r>
            <a:r>
              <a:rPr lang="en-AU" sz="2400" spc="-60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of</a:t>
            </a:r>
            <a:r>
              <a:rPr lang="en-AU" sz="2400" spc="-47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the</a:t>
            </a:r>
            <a:r>
              <a:rPr lang="en-AU" sz="2400" spc="-33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Gamaraygal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Dharug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Wangal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47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Darkinyung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spc="-13" dirty="0" err="1">
                <a:latin typeface="Arial"/>
                <a:cs typeface="Arial"/>
              </a:rPr>
              <a:t>Burramadagal</a:t>
            </a:r>
            <a:r>
              <a:rPr lang="en-AU" sz="2400" spc="-13" dirty="0">
                <a:latin typeface="Arial"/>
                <a:cs typeface="Arial"/>
              </a:rPr>
              <a:t>, </a:t>
            </a:r>
            <a:r>
              <a:rPr lang="en-AU" sz="2400" dirty="0" err="1">
                <a:latin typeface="Arial"/>
                <a:cs typeface="Arial"/>
              </a:rPr>
              <a:t>Dharawal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40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Gandangara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13" dirty="0">
                <a:latin typeface="Arial"/>
                <a:cs typeface="Arial"/>
              </a:rPr>
              <a:t> Gamilaraay,</a:t>
            </a:r>
            <a:r>
              <a:rPr lang="en-AU" sz="2400" spc="-20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Barkindji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Bundjalung,</a:t>
            </a:r>
            <a:r>
              <a:rPr lang="en-AU" sz="2400" spc="-13" dirty="0">
                <a:latin typeface="Arial"/>
                <a:cs typeface="Arial"/>
              </a:rPr>
              <a:t> Wiradjuri, </a:t>
            </a:r>
            <a:r>
              <a:rPr lang="en-AU" sz="2400" dirty="0" err="1">
                <a:latin typeface="Arial"/>
                <a:cs typeface="Arial"/>
              </a:rPr>
              <a:t>Ngunawal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20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Gureng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Gureng</a:t>
            </a:r>
            <a:r>
              <a:rPr lang="en-AU" sz="2400" dirty="0">
                <a:latin typeface="Arial"/>
                <a:cs typeface="Arial"/>
              </a:rPr>
              <a:t>,</a:t>
            </a:r>
            <a:r>
              <a:rPr lang="en-AU" sz="2400" spc="-13" dirty="0">
                <a:latin typeface="Arial"/>
                <a:cs typeface="Arial"/>
              </a:rPr>
              <a:t> </a:t>
            </a:r>
            <a:r>
              <a:rPr lang="en-AU" sz="2400" dirty="0">
                <a:latin typeface="Arial"/>
                <a:cs typeface="Arial"/>
              </a:rPr>
              <a:t>and</a:t>
            </a:r>
            <a:r>
              <a:rPr lang="en-AU" sz="2400" spc="-20" dirty="0">
                <a:latin typeface="Arial"/>
                <a:cs typeface="Arial"/>
              </a:rPr>
              <a:t> </a:t>
            </a:r>
            <a:r>
              <a:rPr lang="en-AU" sz="2400" dirty="0" err="1">
                <a:latin typeface="Arial"/>
                <a:cs typeface="Arial"/>
              </a:rPr>
              <a:t>Gagadju</a:t>
            </a:r>
            <a:r>
              <a:rPr lang="en-AU" sz="2400" spc="-13" dirty="0">
                <a:latin typeface="Arial"/>
                <a:cs typeface="Arial"/>
              </a:rPr>
              <a:t> peoples.</a:t>
            </a:r>
            <a:endParaRPr lang="en-AU" sz="24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1680372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knowledgement of Country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2">
            <a:extLst>
              <a:ext uri="{FF2B5EF4-FFF2-40B4-BE49-F238E27FC236}">
                <a16:creationId xmlns:a16="http://schemas.microsoft.com/office/drawing/2014/main" id="{6E1B4E01-527A-D1AA-EA18-50F1CA440C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8588" y="4814971"/>
            <a:ext cx="2078160" cy="73093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5D2DBAA-0372-EA1B-CAD1-7C9766B4464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78933" y="1312091"/>
            <a:ext cx="7349067" cy="2015309"/>
          </a:xfrm>
          <a:prstGeom prst="rect">
            <a:avLst/>
          </a:prstGeom>
        </p:spPr>
        <p:txBody>
          <a:bodyPr lIns="0" tIns="0" rIns="0" bIns="0"/>
          <a:lstStyle>
            <a:lvl1pPr marL="16933" marR="6773" indent="0" algn="l">
              <a:lnSpc>
                <a:spcPct val="100000"/>
              </a:lnSpc>
              <a:spcBef>
                <a:spcPts val="133"/>
              </a:spcBef>
              <a:buNone/>
              <a:defRPr>
                <a:solidFill>
                  <a:schemeClr val="tx1"/>
                </a:solidFill>
              </a:defRPr>
            </a:lvl1pPr>
          </a:lstStyle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sz="2400" i="0" dirty="0">
                <a:latin typeface="Arial"/>
                <a:cs typeface="Arial"/>
              </a:rPr>
              <a:t>Add in own text for Acknowledgement of Country 18pt</a:t>
            </a:r>
            <a:endParaRPr lang="en-AU" sz="2400" i="0" spc="-27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155088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peaker bio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Speaker bios with image</a:t>
            </a:r>
            <a:endParaRPr dirty="0"/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4BEE90D4-8B0A-FDDF-BF6B-72D8DFDC897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522897" y="1881064"/>
            <a:ext cx="1762760" cy="16256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744D6788-A0C0-B174-4895-15A2149AC77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2522898" y="3702537"/>
            <a:ext cx="2556933" cy="51697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1" i="0">
                <a:solidFill>
                  <a:schemeClr val="accent1"/>
                </a:solidFill>
                <a:latin typeface="+mn-lt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First Last 10pt Arial</a:t>
            </a:r>
          </a:p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Title goes here 10pt Times</a:t>
            </a:r>
            <a:endParaRPr dirty="0"/>
          </a:p>
        </p:txBody>
      </p:sp>
      <p:sp>
        <p:nvSpPr>
          <p:cNvPr id="3" name="Text Placeholder 4"/>
          <p:cNvSpPr>
            <a:spLocks noGrp="1"/>
          </p:cNvSpPr>
          <p:nvPr>
            <p:ph type="body" idx="1" hasCustomPrompt="1"/>
          </p:nvPr>
        </p:nvSpPr>
        <p:spPr>
          <a:xfrm>
            <a:off x="2522898" y="4487330"/>
            <a:ext cx="2556933" cy="183354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333" spc="-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 dirty="0"/>
          </a:p>
        </p:txBody>
      </p:sp>
      <p:sp>
        <p:nvSpPr>
          <p:cNvPr id="26" name="Picture Placeholder 5">
            <a:extLst>
              <a:ext uri="{FF2B5EF4-FFF2-40B4-BE49-F238E27FC236}">
                <a16:creationId xmlns:a16="http://schemas.microsoft.com/office/drawing/2014/main" id="{5F9DD4CC-F211-99E0-B144-C7DF316647C9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606925" y="1881064"/>
            <a:ext cx="1762760" cy="16256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352B38CD-C9E2-6FCF-659C-51A52C84804C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5606926" y="3702537"/>
            <a:ext cx="2556933" cy="51697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1" i="0">
                <a:solidFill>
                  <a:schemeClr val="accent1"/>
                </a:solidFill>
                <a:latin typeface="+mn-lt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First Last 10pt Arial</a:t>
            </a:r>
          </a:p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Title goes here 10pt Times</a:t>
            </a:r>
            <a:endParaRPr dirty="0"/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17CE8A92-798F-6C5E-0F46-EC0B5684D236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606926" y="4487330"/>
            <a:ext cx="2556933" cy="183354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333" spc="-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 dirty="0"/>
          </a:p>
        </p:txBody>
      </p:sp>
      <p:sp>
        <p:nvSpPr>
          <p:cNvPr id="27" name="Picture Placeholder 8">
            <a:extLst>
              <a:ext uri="{FF2B5EF4-FFF2-40B4-BE49-F238E27FC236}">
                <a16:creationId xmlns:a16="http://schemas.microsoft.com/office/drawing/2014/main" id="{33A6F673-B304-E705-5E66-2DBDA1BA7630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8734475" y="1881064"/>
            <a:ext cx="1762760" cy="16256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E08F0228-3E66-E48B-74F0-3A18CDB08DAE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34475" y="3702537"/>
            <a:ext cx="2556933" cy="51697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1" i="0">
                <a:solidFill>
                  <a:schemeClr val="accent1"/>
                </a:solidFill>
                <a:latin typeface="+mn-lt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First Last 10pt Arial</a:t>
            </a:r>
          </a:p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Title goes here 10pt Times</a:t>
            </a:r>
            <a:endParaRPr dirty="0"/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4BEEB3E0-898E-2BE3-26F4-15A3FF454115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8734475" y="4487330"/>
            <a:ext cx="2556933" cy="183354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333" spc="-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7145050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chemeClr val="accent1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Title only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5461592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o title (line and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313793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97F195D-1D75-7971-7AE4-F2EDDB4FE0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295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7906953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A7BF0C12-4EFA-AA48-3CFD-E595F2CE757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293369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 - Sandstone background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chemeClr val="accent1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Title only – Sandstone background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11618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 - Light Grey background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chemeClr val="accent1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Title only – light grey background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871430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, small body copy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 and 1 column text box</a:t>
            </a:r>
            <a:br>
              <a:rPr lang="en-US" dirty="0"/>
            </a:br>
            <a:r>
              <a:rPr lang="en-US" dirty="0"/>
              <a:t>Small body copy</a:t>
            </a:r>
            <a:endParaRPr dirty="0"/>
          </a:p>
        </p:txBody>
      </p:sp>
      <p:sp>
        <p:nvSpPr>
          <p:cNvPr id="8" name="Placeholder text 2">
            <a:extLst>
              <a:ext uri="{FF2B5EF4-FFF2-40B4-BE49-F238E27FC236}">
                <a16:creationId xmlns:a16="http://schemas.microsoft.com/office/drawing/2014/main" id="{4750A85D-7EC4-4F3C-A957-3387FB72175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523067" y="2404532"/>
            <a:ext cx="8898467" cy="3708400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228594" indent="-228594">
              <a:buFont typeface="System Font Regular"/>
              <a:buChar char="-"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  <a:lvl2pPr marL="838179" indent="-228594">
              <a:buFont typeface="System Font Regular"/>
              <a:buChar char="-"/>
              <a:defRPr sz="1333"/>
            </a:lvl2pPr>
          </a:lstStyle>
          <a:p>
            <a:r>
              <a:rPr lang="en-AU" dirty="0"/>
              <a:t>Click to add text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4072221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, small body copy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 and 2 column text box</a:t>
            </a:r>
            <a:br>
              <a:rPr lang="en-US" dirty="0"/>
            </a:br>
            <a:r>
              <a:rPr lang="en-US" dirty="0"/>
              <a:t>Small body copy</a:t>
            </a:r>
            <a:endParaRPr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8B76861-0B8E-1907-DDCC-D9BE0F72992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523067" y="2404532"/>
            <a:ext cx="8898467" cy="3708400"/>
          </a:xfrm>
          <a:prstGeom prst="rect">
            <a:avLst/>
          </a:prstGeom>
        </p:spPr>
        <p:txBody>
          <a:bodyPr lIns="0" tIns="0" rIns="0" bIns="0" numCol="2" spcCol="252000"/>
          <a:lstStyle>
            <a:lvl1pPr marL="228594" indent="-228594">
              <a:buFont typeface="System Font Regular"/>
              <a:buChar char="-"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  <a:lvl2pPr marL="838179" indent="-228594">
              <a:buFont typeface="System Font Regular"/>
              <a:buChar char="-"/>
              <a:defRPr sz="1333"/>
            </a:lvl2pPr>
          </a:lstStyle>
          <a:p>
            <a:r>
              <a:rPr lang="en-AU" dirty="0"/>
              <a:t>Click to add text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5456314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, small body copy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 and 3 column text box</a:t>
            </a:r>
            <a:br>
              <a:rPr lang="en-US" dirty="0"/>
            </a:br>
            <a:r>
              <a:rPr lang="en-US" dirty="0"/>
              <a:t>Small body copy</a:t>
            </a:r>
            <a:endParaRPr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691CD0B-A249-E00E-D26B-FCB09FEB612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523067" y="2404532"/>
            <a:ext cx="8898467" cy="3708400"/>
          </a:xfrm>
          <a:prstGeom prst="rect">
            <a:avLst/>
          </a:prstGeom>
        </p:spPr>
        <p:txBody>
          <a:bodyPr lIns="0" tIns="0" rIns="0" bIns="0" numCol="3" spcCol="252000"/>
          <a:lstStyle>
            <a:lvl1pPr marL="228594" indent="-228594">
              <a:buFont typeface="System Font Regular"/>
              <a:buChar char="-"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  <a:lvl2pPr marL="838179" indent="-228594">
              <a:buFont typeface="System Font Regular"/>
              <a:buChar char="-"/>
              <a:defRPr sz="1333"/>
            </a:lvl2pPr>
          </a:lstStyle>
          <a:p>
            <a:r>
              <a:rPr lang="en-AU"/>
              <a:t>Text Placeholder 2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6232550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, medium body copy 13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 and 1 column text box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025C77E-CD2E-BA7A-975E-54EF9CC46D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08250" y="2413000"/>
            <a:ext cx="8913283" cy="36745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086323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, medium body copy 13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 and 2 column text box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AE129D5-BC83-5BC6-7696-A62ABBA706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08251" y="2413000"/>
            <a:ext cx="4298949" cy="36745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EE874E2-82AB-542D-E56B-2FB8466A88D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07959" y="2413000"/>
            <a:ext cx="4298949" cy="36745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459096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, medium body copy 13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 and 3 column text box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A89C3E4A-3CEE-6A06-BFB0-526F77478D2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08251" y="2419772"/>
            <a:ext cx="2606443" cy="36745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DFC8A7E-2401-E620-E338-5D28D250687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667087" y="2419772"/>
            <a:ext cx="2606443" cy="36745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  <a:endParaRPr lang="en-US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E104634B-900F-6E88-EAFF-FBF5C77F1AE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726169" y="2419772"/>
            <a:ext cx="2606443" cy="36745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322919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, large body copy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 and 1 column text box</a:t>
            </a:r>
            <a:br>
              <a:rPr lang="en-US" dirty="0"/>
            </a:br>
            <a:r>
              <a:rPr lang="en-US" dirty="0"/>
              <a:t>Large body copy</a:t>
            </a:r>
            <a:endParaRPr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025C77E-CD2E-BA7A-975E-54EF9CC46D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08250" y="2413000"/>
            <a:ext cx="8913283" cy="36745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2400">
                <a:latin typeface="+mn-lt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236768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3"/>
          <p:cNvSpPr/>
          <p:nvPr/>
        </p:nvSpPr>
        <p:spPr>
          <a:xfrm>
            <a:off x="762000" y="768349"/>
            <a:ext cx="1219200" cy="0"/>
          </a:xfrm>
          <a:custGeom>
            <a:avLst/>
            <a:gdLst/>
            <a:ahLst/>
            <a:cxnLst/>
            <a:rect l="l" t="t" r="r" b="b"/>
            <a:pathLst>
              <a:path w="914400">
                <a:moveTo>
                  <a:pt x="914400" y="0"/>
                </a:moveTo>
                <a:lnTo>
                  <a:pt x="0" y="0"/>
                </a:lnTo>
              </a:path>
            </a:pathLst>
          </a:custGeom>
          <a:ln w="9525">
            <a:solidFill>
              <a:srgbClr val="E64626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Title and 1 object</a:t>
            </a:r>
            <a:endParaRPr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87CDED4A-4823-EF24-3881-13F93D52660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2508250" y="2403056"/>
            <a:ext cx="8913283" cy="368447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>
              <a:buFont typeface="System Font Regular"/>
              <a:buNone/>
              <a:defRPr sz="1333"/>
            </a:lvl1pPr>
            <a:lvl2pPr>
              <a:defRPr sz="1333"/>
            </a:lvl2pPr>
          </a:lstStyle>
          <a:p>
            <a:pPr marL="228594" marR="0" lvl="0" indent="-228594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System Font Regular"/>
              <a:buChar char="-"/>
              <a:tabLst/>
              <a:defRPr/>
            </a:pPr>
            <a:r>
              <a:rPr lang="en-AU" dirty="0"/>
              <a:t>Click to add text or click on icon </a:t>
            </a:r>
            <a:br>
              <a:rPr lang="en-AU" dirty="0"/>
            </a:br>
            <a:r>
              <a:rPr lang="en-AU" dirty="0"/>
              <a:t>below to add object’</a:t>
            </a:r>
          </a:p>
        </p:txBody>
      </p:sp>
      <p:sp>
        <p:nvSpPr>
          <p:cNvPr id="3" name="object 4">
            <a:extLst>
              <a:ext uri="{FF2B5EF4-FFF2-40B4-BE49-F238E27FC236}">
                <a16:creationId xmlns:a16="http://schemas.microsoft.com/office/drawing/2014/main" id="{072B83BE-F949-7430-0580-E28A8377541C}"/>
              </a:ext>
            </a:extLst>
          </p:cNvPr>
          <p:cNvSpPr txBox="1"/>
          <p:nvPr userDrawn="1"/>
        </p:nvSpPr>
        <p:spPr>
          <a:xfrm>
            <a:off x="757767" y="6300857"/>
            <a:ext cx="1257300" cy="139419"/>
          </a:xfrm>
          <a:prstGeom prst="rect">
            <a:avLst/>
          </a:prstGeom>
        </p:spPr>
        <p:txBody>
          <a:bodyPr vert="horz" wrap="square" lIns="0" tIns="5927" rIns="0" bIns="0" rtlCol="0">
            <a:spAutoFit/>
          </a:bodyPr>
          <a:lstStyle/>
          <a:p>
            <a:pPr marL="16933">
              <a:lnSpc>
                <a:spcPct val="100000"/>
              </a:lnSpc>
              <a:spcBef>
                <a:spcPts val="47"/>
              </a:spcBef>
            </a:pPr>
            <a:r>
              <a:rPr sz="867" dirty="0">
                <a:solidFill>
                  <a:srgbClr val="3C3C3B"/>
                </a:solidFill>
                <a:latin typeface="Arial"/>
                <a:cs typeface="Arial"/>
              </a:rPr>
              <a:t>The</a:t>
            </a:r>
            <a:r>
              <a:rPr sz="867" spc="20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spc="-13" dirty="0">
                <a:solidFill>
                  <a:srgbClr val="3C3C3B"/>
                </a:solidFill>
                <a:latin typeface="Arial"/>
                <a:cs typeface="Arial"/>
              </a:rPr>
              <a:t>University</a:t>
            </a:r>
            <a:r>
              <a:rPr sz="867" spc="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dirty="0">
                <a:solidFill>
                  <a:srgbClr val="3C3C3B"/>
                </a:solidFill>
                <a:latin typeface="Arial"/>
                <a:cs typeface="Arial"/>
              </a:rPr>
              <a:t>of</a:t>
            </a:r>
            <a:r>
              <a:rPr sz="867" spc="20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spc="-13" dirty="0">
                <a:solidFill>
                  <a:srgbClr val="3C3C3B"/>
                </a:solidFill>
                <a:latin typeface="Arial"/>
                <a:cs typeface="Arial"/>
              </a:rPr>
              <a:t>Sydney</a:t>
            </a:r>
            <a:endParaRPr sz="867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538044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Title and 2 objects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sz="half" idx="2" hasCustomPrompt="1"/>
          </p:nvPr>
        </p:nvSpPr>
        <p:spPr>
          <a:xfrm>
            <a:off x="2508251" y="2403056"/>
            <a:ext cx="4197349" cy="368447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>
              <a:buFont typeface="System Font Regular"/>
              <a:buNone/>
              <a:defRPr sz="1333"/>
            </a:lvl1pPr>
            <a:lvl2pPr>
              <a:defRPr sz="1333"/>
            </a:lvl2pPr>
          </a:lstStyle>
          <a:p>
            <a:pPr marL="228594" marR="0" lvl="0" indent="-228594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System Font Regular"/>
              <a:buChar char="-"/>
              <a:tabLst/>
              <a:defRPr/>
            </a:pPr>
            <a:r>
              <a:rPr lang="en-AU" dirty="0"/>
              <a:t>Click to add text or click on icon </a:t>
            </a:r>
            <a:br>
              <a:rPr lang="en-AU" dirty="0"/>
            </a:br>
            <a:r>
              <a:rPr lang="en-AU" dirty="0"/>
              <a:t>below to add object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BCF546AC-A09B-3B79-BF41-C9B5E391B8D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7224184" y="2403056"/>
            <a:ext cx="4197349" cy="368447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>
              <a:buFont typeface="System Font Regular"/>
              <a:buNone/>
              <a:defRPr sz="1333"/>
            </a:lvl1pPr>
            <a:lvl2pPr>
              <a:defRPr sz="1333"/>
            </a:lvl2pPr>
          </a:lstStyle>
          <a:p>
            <a:pPr marL="228594" marR="0" lvl="0" indent="-228594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System Font Regular"/>
              <a:buChar char="-"/>
              <a:tabLst/>
              <a:defRPr/>
            </a:pPr>
            <a:r>
              <a:rPr lang="en-AU" dirty="0"/>
              <a:t>Click to add text or click on icon </a:t>
            </a:r>
            <a:br>
              <a:rPr lang="en-AU" dirty="0"/>
            </a:br>
            <a:r>
              <a:rPr lang="en-AU" dirty="0"/>
              <a:t>below to add object</a:t>
            </a: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593909B7-37E7-FB1F-A3FB-7C585D474988}"/>
              </a:ext>
            </a:extLst>
          </p:cNvPr>
          <p:cNvSpPr txBox="1"/>
          <p:nvPr userDrawn="1"/>
        </p:nvSpPr>
        <p:spPr>
          <a:xfrm>
            <a:off x="757767" y="6300857"/>
            <a:ext cx="1257300" cy="139419"/>
          </a:xfrm>
          <a:prstGeom prst="rect">
            <a:avLst/>
          </a:prstGeom>
        </p:spPr>
        <p:txBody>
          <a:bodyPr vert="horz" wrap="square" lIns="0" tIns="5927" rIns="0" bIns="0" rtlCol="0">
            <a:spAutoFit/>
          </a:bodyPr>
          <a:lstStyle/>
          <a:p>
            <a:pPr marL="16933">
              <a:lnSpc>
                <a:spcPct val="100000"/>
              </a:lnSpc>
              <a:spcBef>
                <a:spcPts val="47"/>
              </a:spcBef>
            </a:pPr>
            <a:r>
              <a:rPr sz="867" dirty="0">
                <a:solidFill>
                  <a:srgbClr val="3C3C3B"/>
                </a:solidFill>
                <a:latin typeface="Arial"/>
                <a:cs typeface="Arial"/>
              </a:rPr>
              <a:t>The</a:t>
            </a:r>
            <a:r>
              <a:rPr sz="867" spc="20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spc="-13" dirty="0">
                <a:solidFill>
                  <a:srgbClr val="3C3C3B"/>
                </a:solidFill>
                <a:latin typeface="Arial"/>
                <a:cs typeface="Arial"/>
              </a:rPr>
              <a:t>University</a:t>
            </a:r>
            <a:r>
              <a:rPr sz="867" spc="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dirty="0">
                <a:solidFill>
                  <a:srgbClr val="3C3C3B"/>
                </a:solidFill>
                <a:latin typeface="Arial"/>
                <a:cs typeface="Arial"/>
              </a:rPr>
              <a:t>of</a:t>
            </a:r>
            <a:r>
              <a:rPr sz="867" spc="20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spc="-13" dirty="0">
                <a:solidFill>
                  <a:srgbClr val="3C3C3B"/>
                </a:solidFill>
                <a:latin typeface="Arial"/>
                <a:cs typeface="Arial"/>
              </a:rPr>
              <a:t>Sydney</a:t>
            </a:r>
            <a:endParaRPr sz="867" dirty="0">
              <a:latin typeface="Arial"/>
              <a:cs typeface="Arial"/>
            </a:endParaRPr>
          </a:p>
        </p:txBody>
      </p:sp>
      <p:sp>
        <p:nvSpPr>
          <p:cNvPr id="16" name="bg object"/>
          <p:cNvSpPr/>
          <p:nvPr/>
        </p:nvSpPr>
        <p:spPr>
          <a:xfrm>
            <a:off x="762000" y="768349"/>
            <a:ext cx="1219200" cy="0"/>
          </a:xfrm>
          <a:custGeom>
            <a:avLst/>
            <a:gdLst/>
            <a:ahLst/>
            <a:cxnLst/>
            <a:rect l="l" t="t" r="r" b="b"/>
            <a:pathLst>
              <a:path w="914400">
                <a:moveTo>
                  <a:pt x="914400" y="0"/>
                </a:moveTo>
                <a:lnTo>
                  <a:pt x="0" y="0"/>
                </a:lnTo>
              </a:path>
            </a:pathLst>
          </a:custGeom>
          <a:ln w="9525">
            <a:solidFill>
              <a:srgbClr val="E64626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02275310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+ image, small body copy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7560733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Title, text box and image</a:t>
            </a:r>
            <a:br>
              <a:rPr lang="en-US" dirty="0"/>
            </a:br>
            <a:r>
              <a:rPr lang="en-US" dirty="0"/>
              <a:t>Small body copy</a:t>
            </a:r>
            <a:endParaRPr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B0FAA322-1959-4F66-2CF0-5AB1E42AA9C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523067" y="2404532"/>
            <a:ext cx="5808133" cy="3708400"/>
          </a:xfrm>
          <a:prstGeom prst="rect">
            <a:avLst/>
          </a:prstGeom>
        </p:spPr>
        <p:txBody>
          <a:bodyPr lIns="0" tIns="0" rIns="0" bIns="0"/>
          <a:lstStyle>
            <a:lvl1pPr marL="228594" indent="-228594">
              <a:buFont typeface="System Font Regular"/>
              <a:buChar char="-"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  <a:lvl2pPr>
              <a:buFont typeface="System Font Regular"/>
              <a:buChar char="-"/>
              <a:defRPr sz="1333"/>
            </a:lvl2pPr>
          </a:lstStyle>
          <a:p>
            <a:r>
              <a:rPr lang="en-AU" dirty="0"/>
              <a:t>Click to add text</a:t>
            </a: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130F62FA-786C-07E8-C52D-1D109342ADA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661080" y="0"/>
            <a:ext cx="3530920" cy="6858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382896720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+ image, medium body copy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7560733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Title, text box and image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B0FAA322-1959-4F66-2CF0-5AB1E42AA9C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523067" y="2404532"/>
            <a:ext cx="5808133" cy="3708400"/>
          </a:xfrm>
          <a:prstGeom prst="rect">
            <a:avLst/>
          </a:prstGeom>
        </p:spPr>
        <p:txBody>
          <a:bodyPr lIns="0" tIns="0" rIns="0" bIns="0"/>
          <a:lstStyle>
            <a:lvl1pPr marL="228594" indent="-228594">
              <a:buFont typeface="System Font Regular"/>
              <a:buChar char="-"/>
              <a:defRPr sz="1733" b="0" i="0">
                <a:solidFill>
                  <a:srgbClr val="3C3C3B"/>
                </a:solidFill>
                <a:latin typeface="Arial"/>
                <a:cs typeface="Arial"/>
              </a:defRPr>
            </a:lvl1pPr>
            <a:lvl2pPr>
              <a:buFont typeface="System Font Regular"/>
              <a:buChar char="-"/>
              <a:defRPr sz="1333"/>
            </a:lvl2pPr>
          </a:lstStyle>
          <a:p>
            <a:r>
              <a:rPr lang="en-AU" dirty="0"/>
              <a:t>Click to add text</a:t>
            </a: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130F62FA-786C-07E8-C52D-1D109342ADA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661080" y="0"/>
            <a:ext cx="3530920" cy="6858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340872407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+ image, large body copy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7560733" cy="984885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Title, text box and image</a:t>
            </a:r>
            <a:br>
              <a:rPr lang="en-US" dirty="0"/>
            </a:br>
            <a:r>
              <a:rPr lang="en-US" dirty="0"/>
              <a:t>Large body copy</a:t>
            </a:r>
            <a:endParaRPr dirty="0"/>
          </a:p>
        </p:txBody>
      </p:sp>
      <p:sp>
        <p:nvSpPr>
          <p:cNvPr id="6" name="Holder 2">
            <a:extLst>
              <a:ext uri="{FF2B5EF4-FFF2-40B4-BE49-F238E27FC236}">
                <a16:creationId xmlns:a16="http://schemas.microsoft.com/office/drawing/2014/main" id="{B0FAA322-1959-4F66-2CF0-5AB1E42AA9C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523067" y="2404532"/>
            <a:ext cx="5808133" cy="3708400"/>
          </a:xfrm>
          <a:prstGeom prst="rect">
            <a:avLst/>
          </a:prstGeom>
        </p:spPr>
        <p:txBody>
          <a:bodyPr lIns="0" tIns="0" rIns="0" bIns="0"/>
          <a:lstStyle>
            <a:lvl1pPr marL="228594" indent="-228594">
              <a:buFont typeface="System Font Regular"/>
              <a:buChar char="-"/>
              <a:defRPr sz="2400" b="0" i="0">
                <a:solidFill>
                  <a:srgbClr val="3C3C3B"/>
                </a:solidFill>
                <a:latin typeface="Arial"/>
                <a:cs typeface="Arial"/>
              </a:defRPr>
            </a:lvl1pPr>
            <a:lvl2pPr>
              <a:buFont typeface="System Font Regular"/>
              <a:buChar char="-"/>
              <a:defRPr sz="1333"/>
            </a:lvl2pPr>
          </a:lstStyle>
          <a:p>
            <a:r>
              <a:rPr lang="en-AU" dirty="0"/>
              <a:t>Click to add text</a:t>
            </a: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130F62FA-786C-07E8-C52D-1D109342ADA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661080" y="0"/>
            <a:ext cx="3530920" cy="6858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280729137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 hasCustomPrompt="1"/>
          </p:nvPr>
        </p:nvSpPr>
        <p:spPr>
          <a:xfrm>
            <a:off x="7119932" y="1017533"/>
            <a:ext cx="4074584" cy="1969770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Heading 1</a:t>
            </a:r>
            <a:br>
              <a:rPr lang="en-AU" dirty="0"/>
            </a:br>
            <a:r>
              <a:rPr lang="en-US" dirty="0"/>
              <a:t>Title, text box and image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7" name="object 8">
            <a:extLst>
              <a:ext uri="{FF2B5EF4-FFF2-40B4-BE49-F238E27FC236}">
                <a16:creationId xmlns:a16="http://schemas.microsoft.com/office/drawing/2014/main" id="{CA7413FA-6408-3254-1779-682CAAAE9ECF}"/>
              </a:ext>
            </a:extLst>
          </p:cNvPr>
          <p:cNvSpPr/>
          <p:nvPr userDrawn="1"/>
        </p:nvSpPr>
        <p:spPr>
          <a:xfrm>
            <a:off x="7119932" y="766233"/>
            <a:ext cx="1219200" cy="0"/>
          </a:xfrm>
          <a:custGeom>
            <a:avLst/>
            <a:gdLst/>
            <a:ahLst/>
            <a:cxnLst/>
            <a:rect l="l" t="t" r="r" b="b"/>
            <a:pathLst>
              <a:path w="914400">
                <a:moveTo>
                  <a:pt x="914400" y="0"/>
                </a:moveTo>
                <a:lnTo>
                  <a:pt x="0" y="0"/>
                </a:lnTo>
              </a:path>
            </a:pathLst>
          </a:custGeom>
          <a:ln w="9525">
            <a:solidFill>
              <a:srgbClr val="E64626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3E7C6475-9E09-2C25-60AA-C01FFE5493A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" y="0"/>
            <a:ext cx="6095999" cy="6858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C690FE27-A077-176C-683F-060F8B919BA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19931" y="2840243"/>
            <a:ext cx="4074583" cy="27601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143182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1017533"/>
            <a:ext cx="4074584" cy="1969770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Heading 2</a:t>
            </a:r>
            <a:br>
              <a:rPr lang="en-AU" dirty="0"/>
            </a:br>
            <a:r>
              <a:rPr lang="en-US" dirty="0"/>
              <a:t>Title, text box and image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63C846B-3BBC-0A9B-343F-8DA8440D4F9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62002" y="2840243"/>
            <a:ext cx="4074583" cy="27601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2" name="Picture Placeholder 3">
            <a:extLst>
              <a:ext uri="{FF2B5EF4-FFF2-40B4-BE49-F238E27FC236}">
                <a16:creationId xmlns:a16="http://schemas.microsoft.com/office/drawing/2014/main" id="{9223EA41-0E53-E4BC-82D3-F2D428AADB0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82777" y="0"/>
            <a:ext cx="6109223" cy="6858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298956839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>
            <a:extLst>
              <a:ext uri="{FF2B5EF4-FFF2-40B4-BE49-F238E27FC236}">
                <a16:creationId xmlns:a16="http://schemas.microsoft.com/office/drawing/2014/main" id="{06AF4810-CD2A-169B-7819-02D6EDE188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4236" y="0"/>
            <a:ext cx="6082776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7" name="object 0">
            <a:extLst>
              <a:ext uri="{FF2B5EF4-FFF2-40B4-BE49-F238E27FC236}">
                <a16:creationId xmlns:a16="http://schemas.microsoft.com/office/drawing/2014/main" id="{CA7413FA-6408-3254-1779-682CAAAE9ECF}"/>
              </a:ext>
            </a:extLst>
          </p:cNvPr>
          <p:cNvSpPr/>
          <p:nvPr userDrawn="1"/>
        </p:nvSpPr>
        <p:spPr>
          <a:xfrm>
            <a:off x="762000" y="766233"/>
            <a:ext cx="1219200" cy="0"/>
          </a:xfrm>
          <a:custGeom>
            <a:avLst/>
            <a:gdLst/>
            <a:ahLst/>
            <a:cxnLst/>
            <a:rect l="l" t="t" r="r" b="b"/>
            <a:pathLst>
              <a:path w="914400">
                <a:moveTo>
                  <a:pt x="914400" y="0"/>
                </a:moveTo>
                <a:lnTo>
                  <a:pt x="0" y="0"/>
                </a:lnTo>
              </a:path>
            </a:pathLst>
          </a:custGeom>
          <a:ln w="9525">
            <a:solidFill>
              <a:srgbClr val="E64626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2" name="Title: 1"/>
          <p:cNvSpPr>
            <a:spLocks noGrp="1"/>
          </p:cNvSpPr>
          <p:nvPr>
            <p:ph type="title" hasCustomPrompt="1"/>
          </p:nvPr>
        </p:nvSpPr>
        <p:spPr>
          <a:xfrm>
            <a:off x="762000" y="1017533"/>
            <a:ext cx="4074584" cy="1969770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Heading 3</a:t>
            </a:r>
            <a:br>
              <a:rPr lang="en-AU" dirty="0"/>
            </a:br>
            <a:r>
              <a:rPr lang="en-US" dirty="0"/>
              <a:t>Title, text box and image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5A9B2E54-042A-B95A-337E-B5C4C9A5CC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62000" y="2840243"/>
            <a:ext cx="4074583" cy="27601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BF473830-12BA-DF64-1A9E-1CAE3632CA0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82776" y="0"/>
            <a:ext cx="6109224" cy="6858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249253146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0">
            <a:extLst>
              <a:ext uri="{FF2B5EF4-FFF2-40B4-BE49-F238E27FC236}">
                <a16:creationId xmlns:a16="http://schemas.microsoft.com/office/drawing/2014/main" id="{CA7413FA-6408-3254-1779-682CAAAE9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2000" y="787400"/>
            <a:ext cx="1219200" cy="0"/>
          </a:xfrm>
          <a:custGeom>
            <a:avLst/>
            <a:gdLst/>
            <a:ahLst/>
            <a:cxnLst/>
            <a:rect l="l" t="t" r="r" b="b"/>
            <a:pathLst>
              <a:path w="914400">
                <a:moveTo>
                  <a:pt x="914400" y="0"/>
                </a:moveTo>
                <a:lnTo>
                  <a:pt x="0" y="0"/>
                </a:lnTo>
              </a:path>
            </a:pathLst>
          </a:custGeom>
          <a:ln w="9525">
            <a:solidFill>
              <a:srgbClr val="E64626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4" name="Rectangle 0">
            <a:extLst>
              <a:ext uri="{FF2B5EF4-FFF2-40B4-BE49-F238E27FC236}">
                <a16:creationId xmlns:a16="http://schemas.microsoft.com/office/drawing/2014/main" id="{D01AF305-2512-8B00-F76B-C57D232745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608277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" name="Title: 1"/>
          <p:cNvSpPr>
            <a:spLocks noGrp="1"/>
          </p:cNvSpPr>
          <p:nvPr>
            <p:ph type="title" hasCustomPrompt="1"/>
          </p:nvPr>
        </p:nvSpPr>
        <p:spPr>
          <a:xfrm>
            <a:off x="762000" y="1038700"/>
            <a:ext cx="4074584" cy="1969770"/>
          </a:xfrm>
        </p:spPr>
        <p:txBody>
          <a:bodyPr lIns="0" tIns="0" rIns="0" bIns="0"/>
          <a:lstStyle>
            <a:lvl1pPr>
              <a:defRPr sz="3200" b="0" i="0">
                <a:solidFill>
                  <a:schemeClr val="bg1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Heading 4</a:t>
            </a:r>
            <a:br>
              <a:rPr lang="en-AU" dirty="0"/>
            </a:br>
            <a:r>
              <a:rPr lang="en-US" dirty="0"/>
              <a:t>Title, text box and image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8A1A2B76-7231-1188-47F7-90C1CBB0524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62002" y="2861410"/>
            <a:ext cx="4074583" cy="2760133"/>
          </a:xfrm>
        </p:spPr>
        <p:txBody>
          <a:bodyPr/>
          <a:lstStyle>
            <a:lvl1pPr marL="228594" indent="-228594">
              <a:buClr>
                <a:schemeClr val="bg1"/>
              </a:buClr>
              <a:buFont typeface="System Font Regular"/>
              <a:buChar char="-"/>
              <a:defRPr sz="1733">
                <a:solidFill>
                  <a:schemeClr val="bg1"/>
                </a:solidFill>
              </a:defRPr>
            </a:lvl1pPr>
            <a:lvl2pPr marL="838179" indent="-228594">
              <a:buClr>
                <a:schemeClr val="bg1"/>
              </a:buClr>
              <a:buFont typeface="System Font Regular"/>
              <a:buChar char="-"/>
              <a:defRPr sz="1733">
                <a:solidFill>
                  <a:schemeClr val="bg1"/>
                </a:solidFill>
              </a:defRPr>
            </a:lvl2pPr>
            <a:lvl3pPr marL="1447764" indent="-228594">
              <a:buClr>
                <a:schemeClr val="bg1"/>
              </a:buClr>
              <a:buFont typeface="System Font Regular"/>
              <a:buChar char="-"/>
              <a:defRPr sz="1733">
                <a:solidFill>
                  <a:schemeClr val="bg1"/>
                </a:solidFill>
              </a:defRPr>
            </a:lvl3pPr>
            <a:lvl4pPr marL="2057349" indent="-228594">
              <a:buClr>
                <a:schemeClr val="bg1"/>
              </a:buClr>
              <a:buFont typeface="System Font Regular"/>
              <a:buChar char="-"/>
              <a:defRPr sz="1733">
                <a:solidFill>
                  <a:schemeClr val="bg1"/>
                </a:solidFill>
              </a:defRPr>
            </a:lvl4pPr>
            <a:lvl5pPr marL="2666933" indent="-228594">
              <a:buClr>
                <a:schemeClr val="bg1"/>
              </a:buClr>
              <a:buFont typeface="System Font Regular"/>
              <a:buChar char="-"/>
              <a:defRPr sz="1733"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E01BB514-CFB3-0A62-D442-0367254D28E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82776" y="0"/>
            <a:ext cx="6109224" cy="6858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61735968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s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08585A7-12B9-F7BC-085D-8B7FD93ECD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177123" y="0"/>
            <a:ext cx="7014877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1038700"/>
            <a:ext cx="4074584" cy="1477328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Heading 5</a:t>
            </a:r>
            <a:br>
              <a:rPr lang="en-AU" dirty="0"/>
            </a:br>
            <a:r>
              <a:rPr lang="en-US" dirty="0"/>
              <a:t>Title, text box + images</a:t>
            </a:r>
            <a:br>
              <a:rPr lang="en-US" dirty="0"/>
            </a:br>
            <a:r>
              <a:rPr lang="en-US" dirty="0"/>
              <a:t>Medium body copy</a:t>
            </a:r>
            <a:endParaRPr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6260F83-22E0-FB93-2602-46785993E9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82762" y="2861410"/>
            <a:ext cx="4074583" cy="2760133"/>
          </a:xfrm>
        </p:spPr>
        <p:txBody>
          <a:bodyPr/>
          <a:lstStyle>
            <a:lvl1pPr marL="228594" indent="-228594">
              <a:buClr>
                <a:schemeClr val="tx1"/>
              </a:buClr>
              <a:buFont typeface="System Font Regular"/>
              <a:buChar char="-"/>
              <a:defRPr sz="1733"/>
            </a:lvl1pPr>
            <a:lvl2pPr marL="838179" indent="-228594">
              <a:buClr>
                <a:schemeClr val="tx1"/>
              </a:buClr>
              <a:buFont typeface="System Font Regular"/>
              <a:buChar char="-"/>
              <a:defRPr sz="1733"/>
            </a:lvl2pPr>
            <a:lvl3pPr marL="1447764" indent="-228594">
              <a:buClr>
                <a:schemeClr val="tx1"/>
              </a:buClr>
              <a:buFont typeface="System Font Regular"/>
              <a:buChar char="-"/>
              <a:defRPr sz="1733"/>
            </a:lvl3pPr>
            <a:lvl4pPr marL="2057349" indent="-228594">
              <a:buClr>
                <a:schemeClr val="tx1"/>
              </a:buClr>
              <a:buFont typeface="System Font Regular"/>
              <a:buChar char="-"/>
              <a:defRPr sz="1733"/>
            </a:lvl4pPr>
            <a:lvl5pPr marL="2666933" indent="-228594">
              <a:buClr>
                <a:schemeClr val="tx1"/>
              </a:buClr>
              <a:buFont typeface="System Font Regular"/>
              <a:buChar char="-"/>
              <a:defRPr sz="1733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2" name="Picture Placeholder 3">
            <a:extLst>
              <a:ext uri="{FF2B5EF4-FFF2-40B4-BE49-F238E27FC236}">
                <a16:creationId xmlns:a16="http://schemas.microsoft.com/office/drawing/2014/main" id="{FA3D8C20-B9F8-111A-7311-B7F42789D49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923536" y="770467"/>
            <a:ext cx="2661665" cy="2572351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E67DE4A2-A084-6CFF-A647-B7F40F5B3287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758658" y="770467"/>
            <a:ext cx="2661665" cy="2572351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4" name="Picture Placeholder 5">
            <a:extLst>
              <a:ext uri="{FF2B5EF4-FFF2-40B4-BE49-F238E27FC236}">
                <a16:creationId xmlns:a16="http://schemas.microsoft.com/office/drawing/2014/main" id="{047206EB-D996-0FD4-E065-E9595D10C0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923536" y="3515183"/>
            <a:ext cx="2661665" cy="2572351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5" name="Picture Placeholder 6">
            <a:extLst>
              <a:ext uri="{FF2B5EF4-FFF2-40B4-BE49-F238E27FC236}">
                <a16:creationId xmlns:a16="http://schemas.microsoft.com/office/drawing/2014/main" id="{1EDA01D0-B9B6-53CA-5A69-95C997DC2BF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758658" y="3515183"/>
            <a:ext cx="2661665" cy="2572351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377056758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s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990600"/>
            <a:ext cx="10658323" cy="508000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 dirty="0"/>
              <a:t>Heading 6 – single line</a:t>
            </a:r>
            <a:endParaRPr dirty="0"/>
          </a:p>
        </p:txBody>
      </p:sp>
      <p:sp>
        <p:nvSpPr>
          <p:cNvPr id="22" name="Picture Placeholder 2">
            <a:extLst>
              <a:ext uri="{FF2B5EF4-FFF2-40B4-BE49-F238E27FC236}">
                <a16:creationId xmlns:a16="http://schemas.microsoft.com/office/drawing/2014/main" id="{FA3D8C20-B9F8-111A-7311-B7F42789D49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62000" y="1915632"/>
            <a:ext cx="3840000" cy="3948337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3F9157D3-AB43-6EAD-7F21-F164319B311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766169" y="1912739"/>
            <a:ext cx="2664000" cy="1872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4" name="Picture Placeholder 4">
            <a:extLst>
              <a:ext uri="{FF2B5EF4-FFF2-40B4-BE49-F238E27FC236}">
                <a16:creationId xmlns:a16="http://schemas.microsoft.com/office/drawing/2014/main" id="{047206EB-D996-0FD4-E065-E9595D10C0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766172" y="3943968"/>
            <a:ext cx="2661665" cy="1920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6" name="Picture Placeholder 5">
            <a:extLst>
              <a:ext uri="{FF2B5EF4-FFF2-40B4-BE49-F238E27FC236}">
                <a16:creationId xmlns:a16="http://schemas.microsoft.com/office/drawing/2014/main" id="{379C8713-47DB-6665-EC36-148C9CB7B0C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581533" y="1915632"/>
            <a:ext cx="3840000" cy="3948337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3" name="Text Placeholder 6"/>
          <p:cNvSpPr>
            <a:spLocks noGrp="1"/>
          </p:cNvSpPr>
          <p:nvPr>
            <p:ph type="body" idx="1"/>
          </p:nvPr>
        </p:nvSpPr>
        <p:spPr>
          <a:xfrm>
            <a:off x="762000" y="5969000"/>
            <a:ext cx="10659533" cy="29089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9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9967058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bio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Speaker bios with image</a:t>
            </a:r>
            <a:endParaRPr dirty="0"/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4BEE90D4-8B0A-FDDF-BF6B-72D8DFDC897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522897" y="1881064"/>
            <a:ext cx="1762760" cy="16256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744D6788-A0C0-B174-4895-15A2149AC77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2522898" y="3702537"/>
            <a:ext cx="2556933" cy="51697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1" i="0">
                <a:solidFill>
                  <a:schemeClr val="accent1"/>
                </a:solidFill>
                <a:latin typeface="+mn-lt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First Last 10pt Arial</a:t>
            </a:r>
          </a:p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Title goes here 10pt Times</a:t>
            </a:r>
            <a:endParaRPr dirty="0"/>
          </a:p>
        </p:txBody>
      </p:sp>
      <p:sp>
        <p:nvSpPr>
          <p:cNvPr id="3" name="Text Placeholder 4"/>
          <p:cNvSpPr>
            <a:spLocks noGrp="1"/>
          </p:cNvSpPr>
          <p:nvPr>
            <p:ph type="body" idx="1" hasCustomPrompt="1"/>
          </p:nvPr>
        </p:nvSpPr>
        <p:spPr>
          <a:xfrm>
            <a:off x="2522898" y="4487330"/>
            <a:ext cx="2556933" cy="183354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333" spc="-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 dirty="0"/>
          </a:p>
        </p:txBody>
      </p:sp>
      <p:sp>
        <p:nvSpPr>
          <p:cNvPr id="26" name="Picture Placeholder 5">
            <a:extLst>
              <a:ext uri="{FF2B5EF4-FFF2-40B4-BE49-F238E27FC236}">
                <a16:creationId xmlns:a16="http://schemas.microsoft.com/office/drawing/2014/main" id="{5F9DD4CC-F211-99E0-B144-C7DF316647C9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606925" y="1881064"/>
            <a:ext cx="1762760" cy="16256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352B38CD-C9E2-6FCF-659C-51A52C84804C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5606926" y="3702537"/>
            <a:ext cx="2556933" cy="51697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1" i="0">
                <a:solidFill>
                  <a:schemeClr val="accent1"/>
                </a:solidFill>
                <a:latin typeface="+mn-lt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First Last 10pt Arial</a:t>
            </a:r>
          </a:p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Title goes here 10pt Times</a:t>
            </a:r>
            <a:endParaRPr dirty="0"/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17CE8A92-798F-6C5E-0F46-EC0B5684D236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606926" y="4487330"/>
            <a:ext cx="2556933" cy="183354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333" spc="-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 dirty="0"/>
          </a:p>
        </p:txBody>
      </p:sp>
      <p:sp>
        <p:nvSpPr>
          <p:cNvPr id="27" name="Picture Placeholder 8">
            <a:extLst>
              <a:ext uri="{FF2B5EF4-FFF2-40B4-BE49-F238E27FC236}">
                <a16:creationId xmlns:a16="http://schemas.microsoft.com/office/drawing/2014/main" id="{33A6F673-B304-E705-5E66-2DBDA1BA7630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8734475" y="1881064"/>
            <a:ext cx="1762760" cy="16256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E08F0228-3E66-E48B-74F0-3A18CDB08DAE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34475" y="3702537"/>
            <a:ext cx="2556933" cy="51697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1" i="0">
                <a:solidFill>
                  <a:schemeClr val="accent1"/>
                </a:solidFill>
                <a:latin typeface="+mn-lt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First Last 10pt Arial</a:t>
            </a:r>
          </a:p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Title goes here 10pt Times</a:t>
            </a:r>
            <a:endParaRPr dirty="0"/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4BEEB3E0-898E-2BE3-26F4-15A3FF454115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8734475" y="4487330"/>
            <a:ext cx="2556933" cy="1833549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333" spc="-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4623777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bios 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70467" y="982131"/>
            <a:ext cx="10651067" cy="492443"/>
          </a:xfrm>
        </p:spPr>
        <p:txBody>
          <a:bodyPr lIns="0" tIns="0" rIns="0" bIns="0"/>
          <a:lstStyle>
            <a:lvl1pPr>
              <a:defRPr sz="32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 dirty="0"/>
              <a:t>Speaker bios no image</a:t>
            </a:r>
            <a:endParaRPr dirty="0"/>
          </a:p>
        </p:txBody>
      </p:sp>
      <p:sp>
        <p:nvSpPr>
          <p:cNvPr id="12" name="Holder 1">
            <a:extLst>
              <a:ext uri="{FF2B5EF4-FFF2-40B4-BE49-F238E27FC236}">
                <a16:creationId xmlns:a16="http://schemas.microsoft.com/office/drawing/2014/main" id="{01046116-FA83-47AD-17FA-94D776E8C805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2516069" y="1901818"/>
            <a:ext cx="3947808" cy="492131"/>
          </a:xfrm>
          <a:prstGeom prst="rect">
            <a:avLst/>
          </a:prstGeom>
          <a:solidFill>
            <a:schemeClr val="accent1"/>
          </a:solidFill>
        </p:spPr>
        <p:txBody>
          <a:bodyPr lIns="251999" tIns="72000" rIns="251999" bIns="72000" numCol="1" spcCol="252000" anchor="ctr" anchorCtr="0"/>
          <a:lstStyle>
            <a:lvl1pPr marL="0" indent="0">
              <a:buFontTx/>
              <a:buNone/>
              <a:defRPr sz="1333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Heading 10pt</a:t>
            </a:r>
            <a:endParaRPr dirty="0"/>
          </a:p>
        </p:txBody>
      </p:sp>
      <p:sp>
        <p:nvSpPr>
          <p:cNvPr id="3" name="Holder 2"/>
          <p:cNvSpPr>
            <a:spLocks noGrp="1"/>
          </p:cNvSpPr>
          <p:nvPr>
            <p:ph type="body" idx="1" hasCustomPrompt="1"/>
          </p:nvPr>
        </p:nvSpPr>
        <p:spPr>
          <a:xfrm>
            <a:off x="2516069" y="2393950"/>
            <a:ext cx="3947808" cy="3693583"/>
          </a:xfrm>
          <a:prstGeom prst="rect">
            <a:avLst/>
          </a:prstGeom>
          <a:solidFill>
            <a:schemeClr val="bg2"/>
          </a:solidFill>
        </p:spPr>
        <p:txBody>
          <a:bodyPr lIns="251999" tIns="251999" rIns="251999" bIns="251999" numCol="1" spcCol="252000"/>
          <a:lstStyle>
            <a:lvl1pPr marL="228594" indent="-228594">
              <a:buFont typeface="System Font Regular"/>
              <a:buChar char="-"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333" spc="-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10pt</a:t>
            </a:r>
          </a:p>
          <a:p>
            <a:endParaRPr lang="en-AU" dirty="0"/>
          </a:p>
        </p:txBody>
      </p:sp>
      <p:sp>
        <p:nvSpPr>
          <p:cNvPr id="15" name="Holder 3">
            <a:extLst>
              <a:ext uri="{FF2B5EF4-FFF2-40B4-BE49-F238E27FC236}">
                <a16:creationId xmlns:a16="http://schemas.microsoft.com/office/drawing/2014/main" id="{2593A6BD-50DF-0434-8D9C-6C5105B3794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6950611" y="1901818"/>
            <a:ext cx="3947808" cy="492131"/>
          </a:xfrm>
          <a:prstGeom prst="rect">
            <a:avLst/>
          </a:prstGeom>
          <a:solidFill>
            <a:schemeClr val="accent1"/>
          </a:solidFill>
        </p:spPr>
        <p:txBody>
          <a:bodyPr lIns="251999" tIns="72000" rIns="251999" bIns="72000" numCol="1" spcCol="252000" anchor="ctr" anchorCtr="0"/>
          <a:lstStyle>
            <a:lvl1pPr marL="0" indent="0">
              <a:buFontTx/>
              <a:buNone/>
              <a:defRPr sz="1333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Heading 10pt</a:t>
            </a:r>
            <a:endParaRPr dirty="0"/>
          </a:p>
        </p:txBody>
      </p:sp>
      <p:sp>
        <p:nvSpPr>
          <p:cNvPr id="13" name="Holder 4">
            <a:extLst>
              <a:ext uri="{FF2B5EF4-FFF2-40B4-BE49-F238E27FC236}">
                <a16:creationId xmlns:a16="http://schemas.microsoft.com/office/drawing/2014/main" id="{980934C0-12AC-D7ED-F525-AC922980850D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6950611" y="2393950"/>
            <a:ext cx="3947808" cy="3693583"/>
          </a:xfrm>
          <a:prstGeom prst="rect">
            <a:avLst/>
          </a:prstGeom>
          <a:solidFill>
            <a:schemeClr val="bg2"/>
          </a:solidFill>
        </p:spPr>
        <p:txBody>
          <a:bodyPr lIns="251999" tIns="251999" rIns="251999" bIns="251999" numCol="1" spcCol="252000"/>
          <a:lstStyle>
            <a:lvl1pPr marL="228594" indent="-228594">
              <a:buFont typeface="System Font Regular"/>
              <a:buChar char="-"/>
              <a:defRPr sz="1333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333" spc="-7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333" spc="-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333" dirty="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5665814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 centre blac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2">
            <a:extLst>
              <a:ext uri="{FF2B5EF4-FFF2-40B4-BE49-F238E27FC236}">
                <a16:creationId xmlns:a16="http://schemas.microsoft.com/office/drawing/2014/main" id="{50296C6E-3B64-67D7-F619-28187B1295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4000" y="0"/>
                </a:moveTo>
                <a:lnTo>
                  <a:pt x="0" y="0"/>
                </a:lnTo>
                <a:lnTo>
                  <a:pt x="0" y="5143500"/>
                </a:lnTo>
                <a:lnTo>
                  <a:pt x="9144000" y="5143500"/>
                </a:lnTo>
                <a:lnTo>
                  <a:pt x="9144000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 sz="240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0B06A1B-395E-4CB0-3B0C-D14FDE9BA0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76453" y="3014931"/>
            <a:ext cx="2439097" cy="844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03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 centre och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13E466C-1ADC-0DA2-E815-89094AED25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76452" y="3014930"/>
            <a:ext cx="2439097" cy="857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7492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6E8375F2-9EFB-E2E0-D249-EBD6EB927363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1117600" y="1092200"/>
            <a:ext cx="9855200" cy="4673600"/>
          </a:xfrm>
          <a:prstGeom prst="rect">
            <a:avLst/>
          </a:prstGeom>
        </p:spPr>
        <p:txBody>
          <a:bodyPr vert="horz" wrap="square" lIns="0" tIns="12700" rIns="0" bIns="0" rtlCol="0" anchor="ctr" anchorCtr="0">
            <a:noAutofit/>
          </a:bodyPr>
          <a:lstStyle>
            <a:lvl1pPr algn="ctr">
              <a:defRPr sz="5067" b="0" i="0">
                <a:solidFill>
                  <a:schemeClr val="tx1"/>
                </a:solidFill>
                <a:latin typeface="Times" pitchFamily="2" charset="0"/>
              </a:defRPr>
            </a:lvl1pPr>
          </a:lstStyle>
          <a:p>
            <a:pPr marL="16933" marR="0" lvl="0" indent="0" algn="ctr" defTabSz="1219170" eaLnBrk="1" fontAlgn="auto" latinLnBrk="0" hangingPunct="1">
              <a:lnSpc>
                <a:spcPct val="100000"/>
              </a:lnSpc>
              <a:spcBef>
                <a:spcPts val="133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5067" dirty="0">
                <a:solidFill>
                  <a:srgbClr val="000000"/>
                </a:solidFill>
              </a:rPr>
              <a:t>“Insert quote </a:t>
            </a:r>
            <a:r>
              <a:rPr sz="5067" spc="-13" dirty="0">
                <a:solidFill>
                  <a:srgbClr val="000000"/>
                </a:solidFill>
              </a:rPr>
              <a:t>here</a:t>
            </a:r>
            <a:r>
              <a:rPr lang="en-AU" sz="5067" spc="-13" dirty="0">
                <a:solidFill>
                  <a:srgbClr val="000000"/>
                </a:solidFill>
              </a:rPr>
              <a:t>. </a:t>
            </a:r>
            <a:br>
              <a:rPr lang="en-AU" sz="5067" spc="-13" dirty="0">
                <a:solidFill>
                  <a:srgbClr val="000000"/>
                </a:solidFill>
              </a:rPr>
            </a:br>
            <a:r>
              <a:rPr lang="en-AU" sz="5067" spc="-13" dirty="0" err="1">
                <a:solidFill>
                  <a:srgbClr val="000000"/>
                </a:solidFill>
              </a:rPr>
              <a:t>Unti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cuptasitae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velluptatur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suntem</a:t>
            </a:r>
            <a:r>
              <a:rPr lang="en-AU" sz="5067" spc="-13" dirty="0">
                <a:solidFill>
                  <a:srgbClr val="000000"/>
                </a:solidFill>
              </a:rPr>
              <a:t> as </a:t>
            </a:r>
            <a:r>
              <a:rPr lang="en-AU" sz="5067" spc="-13" dirty="0" err="1">
                <a:solidFill>
                  <a:srgbClr val="000000"/>
                </a:solidFill>
              </a:rPr>
              <a:t>derempo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rposten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dignisqui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omnissum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eiur</a:t>
            </a:r>
            <a:r>
              <a:rPr lang="en-AU" sz="5067" spc="-13" dirty="0">
                <a:solidFill>
                  <a:srgbClr val="000000"/>
                </a:solidFill>
              </a:rPr>
              <a:t>, </a:t>
            </a:r>
            <a:r>
              <a:rPr lang="en-AU" sz="5067" spc="-13" dirty="0" err="1">
                <a:solidFill>
                  <a:srgbClr val="000000"/>
                </a:solidFill>
              </a:rPr>
              <a:t>earchit</a:t>
            </a:r>
            <a:r>
              <a:rPr lang="en-AU" sz="5067" spc="-13" dirty="0">
                <a:solidFill>
                  <a:srgbClr val="000000"/>
                </a:solidFill>
              </a:rPr>
              <a:t> ab </a:t>
            </a:r>
            <a:r>
              <a:rPr lang="en-AU" sz="5067" spc="-13" dirty="0" err="1">
                <a:solidFill>
                  <a:srgbClr val="000000"/>
                </a:solidFill>
              </a:rPr>
              <a:t>ipidici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llorum</a:t>
            </a:r>
            <a:r>
              <a:rPr lang="en-AU" sz="5067" spc="-13" dirty="0">
                <a:solidFill>
                  <a:srgbClr val="000000"/>
                </a:solidFill>
              </a:rPr>
              <a:t>, </a:t>
            </a:r>
            <a:r>
              <a:rPr lang="en-AU" sz="5067" spc="-13" dirty="0" err="1">
                <a:solidFill>
                  <a:srgbClr val="000000"/>
                </a:solidFill>
              </a:rPr>
              <a:t>coreriae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quia</a:t>
            </a:r>
            <a:r>
              <a:rPr lang="en-AU" sz="5067" spc="-13" dirty="0">
                <a:solidFill>
                  <a:srgbClr val="000000"/>
                </a:solidFill>
              </a:rPr>
              <a:t>.”</a:t>
            </a:r>
            <a:endParaRPr sz="5067" dirty="0"/>
          </a:p>
        </p:txBody>
      </p:sp>
    </p:spTree>
    <p:extLst>
      <p:ext uri="{BB962C8B-B14F-4D97-AF65-F5344CB8AC3E}">
        <p14:creationId xmlns:p14="http://schemas.microsoft.com/office/powerpoint/2010/main" val="25286413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Quote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A097E-185C-39F4-467B-3196A19AD666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1117600" y="1092200"/>
            <a:ext cx="9855200" cy="4673600"/>
          </a:xfrm>
          <a:prstGeom prst="rect">
            <a:avLst/>
          </a:prstGeom>
        </p:spPr>
        <p:txBody>
          <a:bodyPr vert="horz" wrap="square" lIns="0" tIns="12700" rIns="0" bIns="0" rtlCol="0" anchor="ctr" anchorCtr="0">
            <a:noAutofit/>
          </a:bodyPr>
          <a:lstStyle>
            <a:lvl1pPr algn="ctr">
              <a:defRPr sz="5067" b="0" i="0">
                <a:solidFill>
                  <a:schemeClr val="accent1"/>
                </a:solidFill>
                <a:latin typeface="Times" pitchFamily="2" charset="0"/>
              </a:defRPr>
            </a:lvl1pPr>
          </a:lstStyle>
          <a:p>
            <a:pPr marL="16933" marR="0" lvl="0" indent="0" algn="ctr" defTabSz="1219170" eaLnBrk="1" fontAlgn="auto" latinLnBrk="0" hangingPunct="1">
              <a:lnSpc>
                <a:spcPct val="100000"/>
              </a:lnSpc>
              <a:spcBef>
                <a:spcPts val="133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5067" dirty="0">
                <a:solidFill>
                  <a:srgbClr val="000000"/>
                </a:solidFill>
              </a:rPr>
              <a:t>“Insert quote </a:t>
            </a:r>
            <a:r>
              <a:rPr sz="5067" spc="-13" dirty="0">
                <a:solidFill>
                  <a:srgbClr val="000000"/>
                </a:solidFill>
              </a:rPr>
              <a:t>here</a:t>
            </a:r>
            <a:r>
              <a:rPr lang="en-AU" sz="5067" spc="-13" dirty="0">
                <a:solidFill>
                  <a:srgbClr val="000000"/>
                </a:solidFill>
              </a:rPr>
              <a:t>. </a:t>
            </a:r>
            <a:br>
              <a:rPr lang="en-AU" sz="5067" spc="-13" dirty="0">
                <a:solidFill>
                  <a:srgbClr val="000000"/>
                </a:solidFill>
              </a:rPr>
            </a:br>
            <a:r>
              <a:rPr lang="en-AU" sz="5067" spc="-13" dirty="0" err="1">
                <a:solidFill>
                  <a:srgbClr val="000000"/>
                </a:solidFill>
              </a:rPr>
              <a:t>Unti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cuptasitae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velluptatur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suntem</a:t>
            </a:r>
            <a:r>
              <a:rPr lang="en-AU" sz="5067" spc="-13" dirty="0">
                <a:solidFill>
                  <a:srgbClr val="000000"/>
                </a:solidFill>
              </a:rPr>
              <a:t> as </a:t>
            </a:r>
            <a:r>
              <a:rPr lang="en-AU" sz="5067" spc="-13" dirty="0" err="1">
                <a:solidFill>
                  <a:srgbClr val="000000"/>
                </a:solidFill>
              </a:rPr>
              <a:t>derempo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rposten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dignisqui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omnissum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eiur</a:t>
            </a:r>
            <a:r>
              <a:rPr lang="en-AU" sz="5067" spc="-13" dirty="0">
                <a:solidFill>
                  <a:srgbClr val="000000"/>
                </a:solidFill>
              </a:rPr>
              <a:t>, </a:t>
            </a:r>
            <a:r>
              <a:rPr lang="en-AU" sz="5067" spc="-13" dirty="0" err="1">
                <a:solidFill>
                  <a:srgbClr val="000000"/>
                </a:solidFill>
              </a:rPr>
              <a:t>earchit</a:t>
            </a:r>
            <a:r>
              <a:rPr lang="en-AU" sz="5067" spc="-13" dirty="0">
                <a:solidFill>
                  <a:srgbClr val="000000"/>
                </a:solidFill>
              </a:rPr>
              <a:t> ab </a:t>
            </a:r>
            <a:r>
              <a:rPr lang="en-AU" sz="5067" spc="-13" dirty="0" err="1">
                <a:solidFill>
                  <a:srgbClr val="000000"/>
                </a:solidFill>
              </a:rPr>
              <a:t>ipidici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llorum</a:t>
            </a:r>
            <a:r>
              <a:rPr lang="en-AU" sz="5067" spc="-13" dirty="0">
                <a:solidFill>
                  <a:srgbClr val="000000"/>
                </a:solidFill>
              </a:rPr>
              <a:t>, </a:t>
            </a:r>
            <a:r>
              <a:rPr lang="en-AU" sz="5067" spc="-13" dirty="0" err="1">
                <a:solidFill>
                  <a:srgbClr val="000000"/>
                </a:solidFill>
              </a:rPr>
              <a:t>coreriae</a:t>
            </a:r>
            <a:r>
              <a:rPr lang="en-AU" sz="5067" spc="-13" dirty="0">
                <a:solidFill>
                  <a:srgbClr val="000000"/>
                </a:solidFill>
              </a:rPr>
              <a:t> </a:t>
            </a:r>
            <a:r>
              <a:rPr lang="en-AU" sz="5067" spc="-13" dirty="0" err="1">
                <a:solidFill>
                  <a:srgbClr val="000000"/>
                </a:solidFill>
              </a:rPr>
              <a:t>quia</a:t>
            </a:r>
            <a:r>
              <a:rPr lang="en-AU" sz="5067" spc="-13" dirty="0">
                <a:solidFill>
                  <a:srgbClr val="000000"/>
                </a:solidFill>
              </a:rPr>
              <a:t>.”</a:t>
            </a:r>
            <a:endParaRPr sz="5067" dirty="0"/>
          </a:p>
        </p:txBody>
      </p:sp>
    </p:spTree>
    <p:extLst>
      <p:ext uri="{BB962C8B-B14F-4D97-AF65-F5344CB8AC3E}">
        <p14:creationId xmlns:p14="http://schemas.microsoft.com/office/powerpoint/2010/main" val="21323358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bject 1">
            <a:extLst>
              <a:ext uri="{FF2B5EF4-FFF2-40B4-BE49-F238E27FC236}">
                <a16:creationId xmlns:a16="http://schemas.microsoft.com/office/drawing/2014/main" id="{69D3DD68-72FE-5430-2CCD-62A73AAF985C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7363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44173-B046-E632-8483-B2707C81E7D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400" y="4445001"/>
            <a:ext cx="7772400" cy="1339849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400">
                <a:solidFill>
                  <a:schemeClr val="bg1"/>
                </a:solidFill>
                <a:latin typeface="Times" pitchFamily="2" charset="0"/>
              </a:defRPr>
            </a:lvl1pPr>
            <a:lvl2pPr>
              <a:buFontTx/>
              <a:buNone/>
              <a:defRPr>
                <a:solidFill>
                  <a:schemeClr val="bg1"/>
                </a:solidFill>
              </a:defRPr>
            </a:lvl2pPr>
            <a:lvl3pPr>
              <a:buFontTx/>
              <a:buNone/>
              <a:defRPr>
                <a:solidFill>
                  <a:schemeClr val="bg1"/>
                </a:solidFill>
              </a:defRPr>
            </a:lvl3pPr>
            <a:lvl4pPr>
              <a:buFontTx/>
              <a:buNone/>
              <a:defRPr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  <a:endParaRPr lang="en-US" dirty="0"/>
          </a:p>
        </p:txBody>
      </p:sp>
      <p:pic>
        <p:nvPicPr>
          <p:cNvPr id="7" name="object 4">
            <a:extLst>
              <a:ext uri="{FF2B5EF4-FFF2-40B4-BE49-F238E27FC236}">
                <a16:creationId xmlns:a16="http://schemas.microsoft.com/office/drawing/2014/main" id="{0DE0EA6B-E5AC-3B11-BD85-9AE2F2B2BA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" y="2"/>
            <a:ext cx="12191997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7083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159FF160-6414-B7D0-2DD1-0585D58A2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1787"/>
            <a:ext cx="12188827" cy="6859788"/>
          </a:xfrm>
          <a:prstGeom prst="rect">
            <a:avLst/>
          </a:prstGeom>
        </p:spPr>
      </p:pic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9E3B0390-CE09-F982-4224-39703DE91AD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400" y="4445001"/>
            <a:ext cx="7772400" cy="1339849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400">
                <a:solidFill>
                  <a:schemeClr val="bg1"/>
                </a:solidFill>
                <a:latin typeface="Times" pitchFamily="2" charset="0"/>
              </a:defRPr>
            </a:lvl1pPr>
            <a:lvl2pPr>
              <a:buFontTx/>
              <a:buNone/>
              <a:defRPr>
                <a:solidFill>
                  <a:schemeClr val="bg1"/>
                </a:solidFill>
              </a:defRPr>
            </a:lvl2pPr>
            <a:lvl3pPr>
              <a:buFontTx/>
              <a:buNone/>
              <a:defRPr>
                <a:solidFill>
                  <a:schemeClr val="bg1"/>
                </a:solidFill>
              </a:defRPr>
            </a:lvl3pPr>
            <a:lvl4pPr>
              <a:buFontTx/>
              <a:buNone/>
              <a:defRPr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4418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ject 1">
            <a:extLst>
              <a:ext uri="{FF2B5EF4-FFF2-40B4-BE49-F238E27FC236}">
                <a16:creationId xmlns:a16="http://schemas.microsoft.com/office/drawing/2014/main" id="{3DE60E2F-8D86-E014-B1B6-8CC60B835BB9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5640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ject 2">
            <a:extLst>
              <a:ext uri="{FF2B5EF4-FFF2-40B4-BE49-F238E27FC236}">
                <a16:creationId xmlns:a16="http://schemas.microsoft.com/office/drawing/2014/main" id="{A3A6835A-E678-9758-9D77-104E4690DC81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897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667EFA4-5A0B-BEF2-9D70-1A347D686B7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400" y="4445001"/>
            <a:ext cx="7772400" cy="1339849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400">
                <a:solidFill>
                  <a:schemeClr val="bg1"/>
                </a:solidFill>
                <a:latin typeface="Times" pitchFamily="2" charset="0"/>
              </a:defRPr>
            </a:lvl1pPr>
            <a:lvl2pPr>
              <a:buFontTx/>
              <a:buNone/>
              <a:defRPr>
                <a:solidFill>
                  <a:schemeClr val="bg1"/>
                </a:solidFill>
              </a:defRPr>
            </a:lvl2pPr>
            <a:lvl3pPr>
              <a:buFontTx/>
              <a:buNone/>
              <a:defRPr>
                <a:solidFill>
                  <a:schemeClr val="bg1"/>
                </a:solidFill>
              </a:defRPr>
            </a:lvl3pPr>
            <a:lvl4pPr>
              <a:buFontTx/>
              <a:buNone/>
              <a:defRPr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01936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D3558D7F-D425-CB58-246D-4764038510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1DBF24C0-EEA2-4E54-D028-0224BD962CC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400" y="4445001"/>
            <a:ext cx="7772400" cy="1339849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400">
                <a:solidFill>
                  <a:schemeClr val="bg1"/>
                </a:solidFill>
                <a:latin typeface="Times" pitchFamily="2" charset="0"/>
              </a:defRPr>
            </a:lvl1pPr>
            <a:lvl2pPr>
              <a:buFontTx/>
              <a:buNone/>
              <a:defRPr>
                <a:solidFill>
                  <a:schemeClr val="bg1"/>
                </a:solidFill>
              </a:defRPr>
            </a:lvl2pPr>
            <a:lvl3pPr>
              <a:buFontTx/>
              <a:buNone/>
              <a:defRPr>
                <a:solidFill>
                  <a:schemeClr val="bg1"/>
                </a:solidFill>
              </a:defRPr>
            </a:lvl3pPr>
            <a:lvl4pPr>
              <a:buFontTx/>
              <a:buNone/>
              <a:defRPr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14851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">
            <a:extLst>
              <a:ext uri="{FF2B5EF4-FFF2-40B4-BE49-F238E27FC236}">
                <a16:creationId xmlns:a16="http://schemas.microsoft.com/office/drawing/2014/main" id="{28B85562-1D3A-B537-DAF4-3A657A3D4AE6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2176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tex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A0A86295-3799-4055-1C7A-59CAA363CB1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35208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 sz="1467"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BCED1024-5DA2-8840-7AC2-C7FC158C75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520863"/>
            <a:ext cx="12192000" cy="612987"/>
          </a:xfrm>
          <a:custGeom>
            <a:avLst/>
            <a:gdLst/>
            <a:ahLst/>
            <a:cxnLst/>
            <a:rect l="l" t="t" r="r" b="b"/>
            <a:pathLst>
              <a:path w="9144000" h="459739">
                <a:moveTo>
                  <a:pt x="9144000" y="0"/>
                </a:moveTo>
                <a:lnTo>
                  <a:pt x="0" y="0"/>
                </a:lnTo>
                <a:lnTo>
                  <a:pt x="0" y="459739"/>
                </a:lnTo>
                <a:lnTo>
                  <a:pt x="9144000" y="459739"/>
                </a:lnTo>
                <a:lnTo>
                  <a:pt x="9144000" y="0"/>
                </a:lnTo>
                <a:close/>
              </a:path>
            </a:pathLst>
          </a:custGeom>
          <a:solidFill>
            <a:srgbClr val="E64626"/>
          </a:solidFill>
          <a:ln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E3399B2A-36AB-AE15-E217-C1D472E7E1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133850"/>
            <a:ext cx="12192000" cy="2724573"/>
          </a:xfrm>
          <a:custGeom>
            <a:avLst/>
            <a:gdLst/>
            <a:ahLst/>
            <a:cxnLst/>
            <a:rect l="l" t="t" r="r" b="b"/>
            <a:pathLst>
              <a:path w="9144000" h="2043429">
                <a:moveTo>
                  <a:pt x="9144000" y="0"/>
                </a:moveTo>
                <a:lnTo>
                  <a:pt x="0" y="0"/>
                </a:lnTo>
                <a:lnTo>
                  <a:pt x="0" y="2043112"/>
                </a:lnTo>
                <a:lnTo>
                  <a:pt x="9144000" y="2043112"/>
                </a:lnTo>
                <a:lnTo>
                  <a:pt x="9144000" y="0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6" name="object 4">
            <a:extLst>
              <a:ext uri="{FF2B5EF4-FFF2-40B4-BE49-F238E27FC236}">
                <a16:creationId xmlns:a16="http://schemas.microsoft.com/office/drawing/2014/main" id="{31B0B21C-FA2D-826B-7943-A68F827AB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63257" y="4538331"/>
            <a:ext cx="0" cy="1625600"/>
          </a:xfrm>
          <a:custGeom>
            <a:avLst/>
            <a:gdLst/>
            <a:ahLst/>
            <a:cxnLst/>
            <a:rect l="l" t="t" r="r" b="b"/>
            <a:pathLst>
              <a:path h="1219200">
                <a:moveTo>
                  <a:pt x="0" y="0"/>
                </a:moveTo>
                <a:lnTo>
                  <a:pt x="0" y="1219199"/>
                </a:lnTo>
              </a:path>
            </a:pathLst>
          </a:custGeom>
          <a:ln w="25400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8E3BADCE-997C-7AED-BF38-6CE000F80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890933" y="4538331"/>
            <a:ext cx="0" cy="1625600"/>
          </a:xfrm>
          <a:custGeom>
            <a:avLst/>
            <a:gdLst/>
            <a:ahLst/>
            <a:cxnLst/>
            <a:rect l="l" t="t" r="r" b="b"/>
            <a:pathLst>
              <a:path h="1219200">
                <a:moveTo>
                  <a:pt x="0" y="0"/>
                </a:moveTo>
                <a:lnTo>
                  <a:pt x="0" y="1219199"/>
                </a:lnTo>
              </a:path>
            </a:pathLst>
          </a:custGeom>
          <a:ln w="25400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12" name="Holder 1">
            <a:extLst>
              <a:ext uri="{FF2B5EF4-FFF2-40B4-BE49-F238E27FC236}">
                <a16:creationId xmlns:a16="http://schemas.microsoft.com/office/drawing/2014/main" id="{A750FE79-0F06-BEC8-114A-CEEB0654F56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198235" y="4476001"/>
            <a:ext cx="2594632" cy="2040271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AU" dirty="0"/>
              <a:t>Click to add text 10pt</a:t>
            </a:r>
            <a:endParaRPr dirty="0"/>
          </a:p>
        </p:txBody>
      </p:sp>
      <p:sp>
        <p:nvSpPr>
          <p:cNvPr id="13" name="Holder 2">
            <a:extLst>
              <a:ext uri="{FF2B5EF4-FFF2-40B4-BE49-F238E27FC236}">
                <a16:creationId xmlns:a16="http://schemas.microsoft.com/office/drawing/2014/main" id="{816E88B2-2440-D778-EE70-7C9542EC020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821329" y="4476001"/>
            <a:ext cx="2594632" cy="2040271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0" marR="0" lvl="0" indent="0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tabLst/>
              <a:defRPr/>
            </a:pPr>
            <a:r>
              <a:rPr lang="en-AU" dirty="0"/>
              <a:t>Click to add text 10pt</a:t>
            </a:r>
          </a:p>
          <a:p>
            <a:endParaRPr dirty="0"/>
          </a:p>
        </p:txBody>
      </p:sp>
      <p:sp>
        <p:nvSpPr>
          <p:cNvPr id="14" name="Holder 3">
            <a:extLst>
              <a:ext uri="{FF2B5EF4-FFF2-40B4-BE49-F238E27FC236}">
                <a16:creationId xmlns:a16="http://schemas.microsoft.com/office/drawing/2014/main" id="{52D6ACAB-5609-38FC-D3ED-9C642272FE3E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8444424" y="4476001"/>
            <a:ext cx="2594632" cy="2040271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0" marR="0" lvl="0" indent="0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tabLst/>
              <a:defRPr/>
            </a:pPr>
            <a:r>
              <a:rPr lang="en-AU" dirty="0"/>
              <a:t>Click to add text 10pt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134644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and tex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A0A86295-3799-4055-1C7A-59CAA363CB1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35208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 sz="1467"/>
            </a:lvl1pPr>
          </a:lstStyle>
          <a:p>
            <a:r>
              <a:rPr lang="en-US" dirty="0"/>
              <a:t>Click to add image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BCED1024-5DA2-8840-7AC2-C7FC158C75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520863"/>
            <a:ext cx="12192000" cy="612987"/>
          </a:xfrm>
          <a:custGeom>
            <a:avLst/>
            <a:gdLst/>
            <a:ahLst/>
            <a:cxnLst/>
            <a:rect l="l" t="t" r="r" b="b"/>
            <a:pathLst>
              <a:path w="9144000" h="459739">
                <a:moveTo>
                  <a:pt x="9144000" y="0"/>
                </a:moveTo>
                <a:lnTo>
                  <a:pt x="0" y="0"/>
                </a:lnTo>
                <a:lnTo>
                  <a:pt x="0" y="459739"/>
                </a:lnTo>
                <a:lnTo>
                  <a:pt x="9144000" y="459739"/>
                </a:lnTo>
                <a:lnTo>
                  <a:pt x="9144000" y="0"/>
                </a:lnTo>
                <a:close/>
              </a:path>
            </a:pathLst>
          </a:custGeom>
          <a:solidFill>
            <a:srgbClr val="E64626"/>
          </a:solidFill>
          <a:ln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E3399B2A-36AB-AE15-E217-C1D472E7E1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133850"/>
            <a:ext cx="12192000" cy="2724573"/>
          </a:xfrm>
          <a:custGeom>
            <a:avLst/>
            <a:gdLst/>
            <a:ahLst/>
            <a:cxnLst/>
            <a:rect l="l" t="t" r="r" b="b"/>
            <a:pathLst>
              <a:path w="9144000" h="2043429">
                <a:moveTo>
                  <a:pt x="9144000" y="0"/>
                </a:moveTo>
                <a:lnTo>
                  <a:pt x="0" y="0"/>
                </a:lnTo>
                <a:lnTo>
                  <a:pt x="0" y="2043112"/>
                </a:lnTo>
                <a:lnTo>
                  <a:pt x="9144000" y="2043112"/>
                </a:lnTo>
                <a:lnTo>
                  <a:pt x="914400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0" tIns="0" rIns="0" bIns="0" rtlCol="0"/>
          <a:lstStyle/>
          <a:p>
            <a:endParaRPr sz="2400" dirty="0"/>
          </a:p>
        </p:txBody>
      </p:sp>
      <p:sp>
        <p:nvSpPr>
          <p:cNvPr id="6" name="object 4">
            <a:extLst>
              <a:ext uri="{FF2B5EF4-FFF2-40B4-BE49-F238E27FC236}">
                <a16:creationId xmlns:a16="http://schemas.microsoft.com/office/drawing/2014/main" id="{31B0B21C-FA2D-826B-7943-A68F827AB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63257" y="4538331"/>
            <a:ext cx="0" cy="1625600"/>
          </a:xfrm>
          <a:custGeom>
            <a:avLst/>
            <a:gdLst/>
            <a:ahLst/>
            <a:cxnLst/>
            <a:rect l="l" t="t" r="r" b="b"/>
            <a:pathLst>
              <a:path h="1219200">
                <a:moveTo>
                  <a:pt x="0" y="0"/>
                </a:moveTo>
                <a:lnTo>
                  <a:pt x="0" y="1219199"/>
                </a:lnTo>
              </a:path>
            </a:pathLst>
          </a:custGeom>
          <a:ln w="25400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8E3BADCE-997C-7AED-BF38-6CE000F80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890933" y="4538331"/>
            <a:ext cx="0" cy="1625600"/>
          </a:xfrm>
          <a:custGeom>
            <a:avLst/>
            <a:gdLst/>
            <a:ahLst/>
            <a:cxnLst/>
            <a:rect l="l" t="t" r="r" b="b"/>
            <a:pathLst>
              <a:path h="1219200">
                <a:moveTo>
                  <a:pt x="0" y="0"/>
                </a:moveTo>
                <a:lnTo>
                  <a:pt x="0" y="1219199"/>
                </a:lnTo>
              </a:path>
            </a:pathLst>
          </a:custGeom>
          <a:ln w="25400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12" name="Holder 1">
            <a:extLst>
              <a:ext uri="{FF2B5EF4-FFF2-40B4-BE49-F238E27FC236}">
                <a16:creationId xmlns:a16="http://schemas.microsoft.com/office/drawing/2014/main" id="{A750FE79-0F06-BEC8-114A-CEEB0654F56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198235" y="4476001"/>
            <a:ext cx="2594632" cy="2040271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AU" dirty="0"/>
              <a:t>Click to add text 10pt</a:t>
            </a:r>
            <a:endParaRPr dirty="0"/>
          </a:p>
        </p:txBody>
      </p:sp>
      <p:sp>
        <p:nvSpPr>
          <p:cNvPr id="13" name="Holder 2">
            <a:extLst>
              <a:ext uri="{FF2B5EF4-FFF2-40B4-BE49-F238E27FC236}">
                <a16:creationId xmlns:a16="http://schemas.microsoft.com/office/drawing/2014/main" id="{816E88B2-2440-D778-EE70-7C9542EC020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821329" y="4476001"/>
            <a:ext cx="2594632" cy="2040271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0" marR="0" lvl="0" indent="0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tabLst/>
              <a:defRPr/>
            </a:pPr>
            <a:r>
              <a:rPr lang="en-AU" dirty="0"/>
              <a:t>Click to add text 10pt</a:t>
            </a:r>
          </a:p>
          <a:p>
            <a:endParaRPr dirty="0"/>
          </a:p>
        </p:txBody>
      </p:sp>
      <p:sp>
        <p:nvSpPr>
          <p:cNvPr id="14" name="Holder 3">
            <a:extLst>
              <a:ext uri="{FF2B5EF4-FFF2-40B4-BE49-F238E27FC236}">
                <a16:creationId xmlns:a16="http://schemas.microsoft.com/office/drawing/2014/main" id="{52D6ACAB-5609-38FC-D3ED-9C642272FE3E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8444424" y="4476001"/>
            <a:ext cx="2594632" cy="2040271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333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0" marR="0" lvl="0" indent="0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tabLst/>
              <a:defRPr/>
            </a:pPr>
            <a:r>
              <a:rPr lang="en-AU" dirty="0"/>
              <a:t>Click to add text 10pt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7296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284C3413-144B-3E34-A5A7-2A85DAA6364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74685" y="2209800"/>
            <a:ext cx="4203700" cy="3149600"/>
          </a:xfrm>
          <a:prstGeom prst="rect">
            <a:avLst/>
          </a:prstGeom>
        </p:spPr>
        <p:txBody>
          <a:bodyPr lIns="0" anchor="b" anchorCtr="0"/>
          <a:lstStyle>
            <a:lvl1pPr marL="16933" marR="948243" indent="0">
              <a:lnSpc>
                <a:spcPct val="100000"/>
              </a:lnSpc>
              <a:spcBef>
                <a:spcPts val="67"/>
              </a:spcBef>
              <a:buNone/>
              <a:defRPr sz="1333">
                <a:solidFill>
                  <a:schemeClr val="tx1"/>
                </a:solidFill>
              </a:defRPr>
            </a:lvl1pPr>
            <a:lvl2pPr>
              <a:buNone/>
              <a:defRPr sz="1333">
                <a:solidFill>
                  <a:schemeClr val="tx1"/>
                </a:solidFill>
              </a:defRPr>
            </a:lvl2pPr>
            <a:lvl3pPr>
              <a:buNone/>
              <a:defRPr sz="1333">
                <a:solidFill>
                  <a:schemeClr val="tx1"/>
                </a:solidFill>
              </a:defRPr>
            </a:lvl3pPr>
            <a:lvl4pPr>
              <a:buNone/>
              <a:defRPr sz="1333">
                <a:solidFill>
                  <a:schemeClr val="tx1"/>
                </a:solidFill>
              </a:defRPr>
            </a:lvl4pPr>
            <a:lvl5pPr>
              <a:buNone/>
              <a:defRPr sz="1333">
                <a:solidFill>
                  <a:schemeClr val="tx1"/>
                </a:solidFill>
              </a:defRPr>
            </a:lvl5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AU" sz="1333" b="1" dirty="0">
                <a:latin typeface="Arial"/>
                <a:cs typeface="Arial"/>
              </a:rPr>
              <a:t>Insert team/discipline </a:t>
            </a:r>
            <a:r>
              <a:rPr lang="en-AU" sz="1333" b="1" spc="-27" dirty="0">
                <a:latin typeface="Arial"/>
                <a:cs typeface="Arial"/>
              </a:rPr>
              <a:t>area</a:t>
            </a:r>
            <a:endParaRPr lang="en-AU" sz="1333" dirty="0">
              <a:latin typeface="Arial"/>
              <a:cs typeface="Arial"/>
            </a:endParaRPr>
          </a:p>
          <a:p>
            <a:pPr marL="12700" marR="711200">
              <a:lnSpc>
                <a:spcPct val="100000"/>
              </a:lnSpc>
            </a:pPr>
            <a:r>
              <a:rPr lang="en-AU" sz="1333" dirty="0">
                <a:latin typeface="Arial"/>
                <a:cs typeface="Arial"/>
              </a:rPr>
              <a:t>Name</a:t>
            </a:r>
            <a:r>
              <a:rPr lang="en-AU" sz="1333" spc="-27" dirty="0">
                <a:latin typeface="Arial"/>
                <a:cs typeface="Arial"/>
              </a:rPr>
              <a:t> </a:t>
            </a:r>
            <a:r>
              <a:rPr lang="en-AU" sz="1333" spc="-13" dirty="0">
                <a:latin typeface="Arial"/>
                <a:cs typeface="Arial"/>
              </a:rPr>
              <a:t>Surname Title</a:t>
            </a:r>
            <a:endParaRPr lang="en-AU" sz="1333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AU" sz="1333" dirty="0">
                <a:latin typeface="Arial"/>
                <a:cs typeface="Arial"/>
              </a:rPr>
              <a:t>+61</a:t>
            </a:r>
            <a:r>
              <a:rPr lang="en-AU" sz="1333" spc="-13" dirty="0">
                <a:latin typeface="Arial"/>
                <a:cs typeface="Arial"/>
              </a:rPr>
              <a:t> </a:t>
            </a:r>
            <a:r>
              <a:rPr lang="en-AU" sz="1333" dirty="0">
                <a:latin typeface="Arial"/>
                <a:cs typeface="Arial"/>
              </a:rPr>
              <a:t>2</a:t>
            </a:r>
            <a:r>
              <a:rPr lang="en-AU" sz="1333" spc="-7" dirty="0">
                <a:latin typeface="Arial"/>
                <a:cs typeface="Arial"/>
              </a:rPr>
              <a:t> </a:t>
            </a:r>
            <a:r>
              <a:rPr lang="en-AU" sz="1333" dirty="0">
                <a:latin typeface="Arial"/>
                <a:cs typeface="Arial"/>
              </a:rPr>
              <a:t>1234</a:t>
            </a:r>
            <a:r>
              <a:rPr lang="en-AU" sz="1333" spc="-13" dirty="0">
                <a:latin typeface="Arial"/>
                <a:cs typeface="Arial"/>
              </a:rPr>
              <a:t> </a:t>
            </a:r>
            <a:r>
              <a:rPr lang="en-AU" sz="1333" spc="-27" dirty="0">
                <a:latin typeface="Arial"/>
                <a:cs typeface="Arial"/>
              </a:rPr>
              <a:t>5678</a:t>
            </a:r>
            <a:endParaRPr lang="en-AU" sz="1333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AU" sz="1333" spc="-13" dirty="0">
                <a:latin typeface="Arial"/>
                <a:cs typeface="Arial"/>
                <a:hlinkClick r:id="rId2"/>
              </a:rPr>
              <a:t>first.last@sydney.edu.au</a:t>
            </a:r>
            <a:endParaRPr lang="en-AU" sz="1333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lang="en-AU" sz="1333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AU" sz="1333" b="1" spc="-13" dirty="0" err="1">
                <a:latin typeface="Arial"/>
                <a:cs typeface="Arial"/>
              </a:rPr>
              <a:t>sydney.edu.au</a:t>
            </a:r>
            <a:r>
              <a:rPr lang="en-AU" sz="1333" b="1" spc="-13" dirty="0">
                <a:latin typeface="Arial"/>
                <a:cs typeface="Arial"/>
              </a:rPr>
              <a:t>/</a:t>
            </a:r>
            <a:r>
              <a:rPr lang="en-AU" sz="1333" b="1" spc="-13" dirty="0" err="1">
                <a:latin typeface="Arial"/>
                <a:cs typeface="Arial"/>
              </a:rPr>
              <a:t>xxxx</a:t>
            </a:r>
            <a:endParaRPr lang="en-AU" sz="1333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392474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7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2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1.xml"/><Relationship Id="rId13" Type="http://schemas.openxmlformats.org/officeDocument/2006/relationships/slideLayout" Target="../slideLayouts/slideLayout36.xml"/><Relationship Id="rId18" Type="http://schemas.openxmlformats.org/officeDocument/2006/relationships/slideLayout" Target="../slideLayouts/slideLayout41.xml"/><Relationship Id="rId26" Type="http://schemas.openxmlformats.org/officeDocument/2006/relationships/slideLayout" Target="../slideLayouts/slideLayout49.xml"/><Relationship Id="rId3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44.xml"/><Relationship Id="rId7" Type="http://schemas.openxmlformats.org/officeDocument/2006/relationships/slideLayout" Target="../slideLayouts/slideLayout30.xml"/><Relationship Id="rId12" Type="http://schemas.openxmlformats.org/officeDocument/2006/relationships/slideLayout" Target="../slideLayouts/slideLayout35.xml"/><Relationship Id="rId17" Type="http://schemas.openxmlformats.org/officeDocument/2006/relationships/slideLayout" Target="../slideLayouts/slideLayout40.xml"/><Relationship Id="rId25" Type="http://schemas.openxmlformats.org/officeDocument/2006/relationships/slideLayout" Target="../slideLayouts/slideLayout48.xml"/><Relationship Id="rId2" Type="http://schemas.openxmlformats.org/officeDocument/2006/relationships/slideLayout" Target="../slideLayouts/slideLayout25.xml"/><Relationship Id="rId16" Type="http://schemas.openxmlformats.org/officeDocument/2006/relationships/slideLayout" Target="../slideLayouts/slideLayout39.xml"/><Relationship Id="rId20" Type="http://schemas.openxmlformats.org/officeDocument/2006/relationships/slideLayout" Target="../slideLayouts/slideLayout43.xml"/><Relationship Id="rId1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47.xml"/><Relationship Id="rId5" Type="http://schemas.openxmlformats.org/officeDocument/2006/relationships/slideLayout" Target="../slideLayouts/slideLayout28.xml"/><Relationship Id="rId15" Type="http://schemas.openxmlformats.org/officeDocument/2006/relationships/slideLayout" Target="../slideLayouts/slideLayout38.xml"/><Relationship Id="rId23" Type="http://schemas.openxmlformats.org/officeDocument/2006/relationships/slideLayout" Target="../slideLayouts/slideLayout46.xml"/><Relationship Id="rId10" Type="http://schemas.openxmlformats.org/officeDocument/2006/relationships/slideLayout" Target="../slideLayouts/slideLayout33.xml"/><Relationship Id="rId19" Type="http://schemas.openxmlformats.org/officeDocument/2006/relationships/slideLayout" Target="../slideLayouts/slideLayout42.xml"/><Relationship Id="rId4" Type="http://schemas.openxmlformats.org/officeDocument/2006/relationships/slideLayout" Target="../slideLayouts/slideLayout27.xml"/><Relationship Id="rId9" Type="http://schemas.openxmlformats.org/officeDocument/2006/relationships/slideLayout" Target="../slideLayouts/slideLayout32.xml"/><Relationship Id="rId14" Type="http://schemas.openxmlformats.org/officeDocument/2006/relationships/slideLayout" Target="../slideLayouts/slideLayout37.xml"/><Relationship Id="rId22" Type="http://schemas.openxmlformats.org/officeDocument/2006/relationships/slideLayout" Target="../slideLayouts/slideLayout45.xml"/><Relationship Id="rId27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7.xml"/><Relationship Id="rId13" Type="http://schemas.openxmlformats.org/officeDocument/2006/relationships/slideLayout" Target="../slideLayouts/slideLayout62.xml"/><Relationship Id="rId3" Type="http://schemas.openxmlformats.org/officeDocument/2006/relationships/slideLayout" Target="../slideLayouts/slideLayout52.xml"/><Relationship Id="rId7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61.xml"/><Relationship Id="rId2" Type="http://schemas.openxmlformats.org/officeDocument/2006/relationships/slideLayout" Target="../slideLayouts/slideLayout51.xml"/><Relationship Id="rId1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60.xml"/><Relationship Id="rId5" Type="http://schemas.openxmlformats.org/officeDocument/2006/relationships/slideLayout" Target="../slideLayouts/slideLayout54.xml"/><Relationship Id="rId15" Type="http://schemas.openxmlformats.org/officeDocument/2006/relationships/theme" Target="../theme/theme5.xml"/><Relationship Id="rId10" Type="http://schemas.openxmlformats.org/officeDocument/2006/relationships/slideLayout" Target="../slideLayouts/slideLayout59.xml"/><Relationship Id="rId4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8.xml"/><Relationship Id="rId14" Type="http://schemas.openxmlformats.org/officeDocument/2006/relationships/slideLayout" Target="../slideLayouts/slideLayout6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2C5A53-4359-5CE7-5612-97DE05002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437303-BBFC-1C79-5D58-2336089FD0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4E0EE-25D8-B1AD-87B4-902A88AF61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850D92-D875-3B45-B757-C42BB8859EEB}" type="datetimeFigureOut">
              <a:rPr lang="en-US" smtClean="0"/>
              <a:t>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1E4C41-C9DA-EFF5-979A-DB41A00E06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78C66B-2563-5846-7FDC-CB166D386C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CD11E8-0FC2-CB45-9191-5FB922340B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273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98" r:id="rId12"/>
    <p:sldLayoutId id="2147483699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1405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594" indent="-228594">
        <a:buClr>
          <a:schemeClr val="tx2"/>
        </a:buClr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1pPr>
      <a:lvl2pPr marL="609585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2pPr>
      <a:lvl3pPr marL="121917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3pPr>
      <a:lvl4pPr marL="1828754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4pPr>
      <a:lvl5pPr marL="2438339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609585">
        <a:defRPr>
          <a:latin typeface="+mn-lt"/>
          <a:ea typeface="+mn-ea"/>
          <a:cs typeface="+mn-cs"/>
        </a:defRPr>
      </a:lvl2pPr>
      <a:lvl3pPr marL="1219170">
        <a:defRPr>
          <a:latin typeface="+mn-lt"/>
          <a:ea typeface="+mn-ea"/>
          <a:cs typeface="+mn-cs"/>
        </a:defRPr>
      </a:lvl3pPr>
      <a:lvl4pPr marL="1828754">
        <a:defRPr>
          <a:latin typeface="+mn-lt"/>
          <a:ea typeface="+mn-ea"/>
          <a:cs typeface="+mn-cs"/>
        </a:defRPr>
      </a:lvl4pPr>
      <a:lvl5pPr marL="2438339">
        <a:defRPr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362">
          <p15:clr>
            <a:srgbClr val="A4A3A4"/>
          </p15:clr>
        </p15:guide>
        <p15:guide id="6" orient="horz" pos="1131">
          <p15:clr>
            <a:srgbClr val="A4A3A4"/>
          </p15:clr>
        </p15:guide>
        <p15:guide id="8" orient="horz" pos="2876">
          <p15:clr>
            <a:srgbClr val="A4A3A4"/>
          </p15:clr>
        </p15:guide>
        <p15:guide id="9" pos="360">
          <p15:clr>
            <a:srgbClr val="A4A3A4"/>
          </p15:clr>
        </p15:guide>
        <p15:guide id="10" pos="5396">
          <p15:clr>
            <a:srgbClr val="A4A3A4"/>
          </p15:clr>
        </p15:guide>
        <p15:guide id="11" pos="1185">
          <p15:clr>
            <a:srgbClr val="A4A3A4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3734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715" r:id="rId4"/>
  </p:sldLayoutIdLst>
  <p:txStyles>
    <p:titleStyle>
      <a:lvl1pPr>
        <a:defRPr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594" indent="-228594">
        <a:buClr>
          <a:schemeClr val="tx2"/>
        </a:buClr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1pPr>
      <a:lvl2pPr marL="609585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2pPr>
      <a:lvl3pPr marL="121917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3pPr>
      <a:lvl4pPr marL="1828754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4pPr>
      <a:lvl5pPr marL="2438339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609585">
        <a:defRPr>
          <a:latin typeface="+mn-lt"/>
          <a:ea typeface="+mn-ea"/>
          <a:cs typeface="+mn-cs"/>
        </a:defRPr>
      </a:lvl2pPr>
      <a:lvl3pPr marL="1219170">
        <a:defRPr>
          <a:latin typeface="+mn-lt"/>
          <a:ea typeface="+mn-ea"/>
          <a:cs typeface="+mn-cs"/>
        </a:defRPr>
      </a:lvl3pPr>
      <a:lvl4pPr marL="1828754">
        <a:defRPr>
          <a:latin typeface="+mn-lt"/>
          <a:ea typeface="+mn-ea"/>
          <a:cs typeface="+mn-cs"/>
        </a:defRPr>
      </a:lvl4pPr>
      <a:lvl5pPr marL="2438339">
        <a:defRPr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362">
          <p15:clr>
            <a:srgbClr val="A4A3A4"/>
          </p15:clr>
        </p15:guide>
        <p15:guide id="6" orient="horz" pos="1131">
          <p15:clr>
            <a:srgbClr val="A4A3A4"/>
          </p15:clr>
        </p15:guide>
        <p15:guide id="8" orient="horz" pos="2876">
          <p15:clr>
            <a:srgbClr val="A4A3A4"/>
          </p15:clr>
        </p15:guide>
        <p15:guide id="9" pos="360">
          <p15:clr>
            <a:srgbClr val="A4A3A4"/>
          </p15:clr>
        </p15:guide>
        <p15:guide id="10" pos="5396">
          <p15:clr>
            <a:srgbClr val="A4A3A4"/>
          </p15:clr>
        </p15:guide>
        <p15:guide id="11" pos="1185">
          <p15:clr>
            <a:srgbClr val="A4A3A4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rgbClr val="E64626"/>
                </a:solidFill>
                <a:latin typeface="Times New Roman"/>
                <a:cs typeface="Times New Roman"/>
              </a:defRPr>
            </a:lvl1pPr>
          </a:lstStyle>
          <a:p>
            <a:r>
              <a:rPr lang="en-AU" dirty="0"/>
              <a:t>Click to add title</a:t>
            </a:r>
            <a:endParaRPr dirty="0"/>
          </a:p>
        </p:txBody>
      </p:sp>
      <p:sp>
        <p:nvSpPr>
          <p:cNvPr id="3" name="Placeholder 2"/>
          <p:cNvSpPr>
            <a:spLocks noGrp="1"/>
          </p:cNvSpPr>
          <p:nvPr>
            <p:ph type="body" idx="1"/>
          </p:nvPr>
        </p:nvSpPr>
        <p:spPr>
          <a:xfrm>
            <a:off x="2523067" y="2404532"/>
            <a:ext cx="8898467" cy="368300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defRPr sz="1000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pPr marL="171450" indent="-171450">
              <a:buClr>
                <a:schemeClr val="tx2"/>
              </a:buClr>
              <a:buFont typeface="System Font Regular"/>
              <a:buChar char="-"/>
            </a:pPr>
            <a:r>
              <a:rPr lang="en-GB" sz="1333" dirty="0">
                <a:solidFill>
                  <a:schemeClr val="tx2"/>
                </a:solidFill>
                <a:latin typeface="+mn-lt"/>
              </a:rPr>
              <a:t>Click to edit Master text styles</a:t>
            </a:r>
          </a:p>
          <a:p>
            <a:pPr marL="838179" lvl="1" indent="-228594">
              <a:buClr>
                <a:schemeClr val="tx2"/>
              </a:buClr>
              <a:buFont typeface="System Font Regular"/>
              <a:buChar char="-"/>
            </a:pPr>
            <a:r>
              <a:rPr lang="en-GB" sz="1333" dirty="0">
                <a:solidFill>
                  <a:schemeClr val="tx2"/>
                </a:solidFill>
                <a:latin typeface="+mn-lt"/>
              </a:rPr>
              <a:t>Second level</a:t>
            </a:r>
          </a:p>
          <a:p>
            <a:pPr marL="1447764" lvl="2" indent="-228594">
              <a:buClr>
                <a:schemeClr val="tx2"/>
              </a:buClr>
              <a:buFont typeface="System Font Regular"/>
              <a:buChar char="-"/>
            </a:pPr>
            <a:r>
              <a:rPr lang="en-GB" sz="1333" dirty="0">
                <a:solidFill>
                  <a:schemeClr val="tx2"/>
                </a:solidFill>
                <a:latin typeface="+mn-lt"/>
              </a:rPr>
              <a:t>Third level</a:t>
            </a:r>
          </a:p>
          <a:p>
            <a:pPr marL="2057349" lvl="3" indent="-228594">
              <a:buClr>
                <a:schemeClr val="tx2"/>
              </a:buClr>
              <a:buFont typeface="System Font Regular"/>
              <a:buChar char="-"/>
            </a:pPr>
            <a:r>
              <a:rPr lang="en-GB" sz="1333" dirty="0">
                <a:solidFill>
                  <a:schemeClr val="tx2"/>
                </a:solidFill>
                <a:latin typeface="+mn-lt"/>
              </a:rPr>
              <a:t>Fourth level</a:t>
            </a:r>
          </a:p>
          <a:p>
            <a:pPr marL="2666933" lvl="4" indent="-228594">
              <a:buClr>
                <a:schemeClr val="tx2"/>
              </a:buClr>
              <a:buFont typeface="System Font Regular"/>
              <a:buChar char="-"/>
            </a:pPr>
            <a:r>
              <a:rPr lang="en-GB" sz="1333" dirty="0">
                <a:solidFill>
                  <a:schemeClr val="tx2"/>
                </a:solidFill>
                <a:latin typeface="+mn-lt"/>
              </a:rPr>
              <a:t>Fifth level</a:t>
            </a:r>
            <a:endParaRPr lang="en-US" sz="1333" dirty="0">
              <a:solidFill>
                <a:schemeClr val="tx2"/>
              </a:solidFill>
              <a:latin typeface="+mn-lt"/>
            </a:endParaRPr>
          </a:p>
          <a:p>
            <a:endParaRPr dirty="0"/>
          </a:p>
        </p:txBody>
      </p:sp>
      <p:sp>
        <p:nvSpPr>
          <p:cNvPr id="12" name="Placeholder 3">
            <a:extLst>
              <a:ext uri="{FF2B5EF4-FFF2-40B4-BE49-F238E27FC236}">
                <a16:creationId xmlns:a16="http://schemas.microsoft.com/office/drawing/2014/main" id="{6C0811DA-1436-1C90-68E8-D6A920491400}"/>
              </a:ext>
            </a:extLst>
          </p:cNvPr>
          <p:cNvSpPr txBox="1"/>
          <p:nvPr userDrawn="1"/>
        </p:nvSpPr>
        <p:spPr>
          <a:xfrm>
            <a:off x="757767" y="6300857"/>
            <a:ext cx="1257300" cy="139419"/>
          </a:xfrm>
          <a:prstGeom prst="rect">
            <a:avLst/>
          </a:prstGeom>
        </p:spPr>
        <p:txBody>
          <a:bodyPr vert="horz" wrap="square" lIns="0" tIns="5927" rIns="0" bIns="0" rtlCol="0">
            <a:spAutoFit/>
          </a:bodyPr>
          <a:lstStyle/>
          <a:p>
            <a:pPr marL="16933">
              <a:lnSpc>
                <a:spcPct val="100000"/>
              </a:lnSpc>
              <a:spcBef>
                <a:spcPts val="47"/>
              </a:spcBef>
            </a:pPr>
            <a:r>
              <a:rPr sz="867" dirty="0">
                <a:solidFill>
                  <a:srgbClr val="3C3C3B"/>
                </a:solidFill>
                <a:latin typeface="Arial"/>
                <a:cs typeface="Arial"/>
              </a:rPr>
              <a:t>The</a:t>
            </a:r>
            <a:r>
              <a:rPr sz="867" spc="20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spc="-13" dirty="0">
                <a:solidFill>
                  <a:srgbClr val="3C3C3B"/>
                </a:solidFill>
                <a:latin typeface="Arial"/>
                <a:cs typeface="Arial"/>
              </a:rPr>
              <a:t>University</a:t>
            </a:r>
            <a:r>
              <a:rPr sz="867" spc="13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dirty="0">
                <a:solidFill>
                  <a:srgbClr val="3C3C3B"/>
                </a:solidFill>
                <a:latin typeface="Arial"/>
                <a:cs typeface="Arial"/>
              </a:rPr>
              <a:t>of</a:t>
            </a:r>
            <a:r>
              <a:rPr sz="867" spc="20" dirty="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867" spc="-13" dirty="0">
                <a:solidFill>
                  <a:srgbClr val="3C3C3B"/>
                </a:solidFill>
                <a:latin typeface="Arial"/>
                <a:cs typeface="Arial"/>
              </a:rPr>
              <a:t>Sydney</a:t>
            </a:r>
            <a:endParaRPr sz="867" dirty="0">
              <a:latin typeface="Arial"/>
              <a:cs typeface="Arial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5A642DA0-8A3F-F1D1-A500-3E3B635F525E}"/>
              </a:ext>
            </a:extLst>
          </p:cNvPr>
          <p:cNvSpPr/>
          <p:nvPr userDrawn="1"/>
        </p:nvSpPr>
        <p:spPr>
          <a:xfrm>
            <a:off x="762000" y="768349"/>
            <a:ext cx="1219200" cy="0"/>
          </a:xfrm>
          <a:custGeom>
            <a:avLst/>
            <a:gdLst/>
            <a:ahLst/>
            <a:cxnLst/>
            <a:rect l="l" t="t" r="r" b="b"/>
            <a:pathLst>
              <a:path w="914400">
                <a:moveTo>
                  <a:pt x="914400" y="0"/>
                </a:moveTo>
                <a:lnTo>
                  <a:pt x="0" y="0"/>
                </a:lnTo>
              </a:path>
            </a:pathLst>
          </a:custGeom>
          <a:ln w="9525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907036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89" r:id="rId18"/>
    <p:sldLayoutId id="2147483690" r:id="rId19"/>
    <p:sldLayoutId id="2147483691" r:id="rId20"/>
    <p:sldLayoutId id="2147483692" r:id="rId21"/>
    <p:sldLayoutId id="2147483693" r:id="rId22"/>
    <p:sldLayoutId id="2147483694" r:id="rId23"/>
    <p:sldLayoutId id="2147483695" r:id="rId24"/>
    <p:sldLayoutId id="2147483696" r:id="rId25"/>
    <p:sldLayoutId id="2147483697" r:id="rId26"/>
  </p:sldLayoutIdLst>
  <p:txStyles>
    <p:titleStyle>
      <a:lvl1pPr>
        <a:defRPr>
          <a:solidFill>
            <a:schemeClr val="accent1"/>
          </a:solidFill>
          <a:latin typeface="Times" pitchFamily="2" charset="0"/>
          <a:ea typeface="+mj-ea"/>
          <a:cs typeface="+mj-cs"/>
        </a:defRPr>
      </a:lvl1pPr>
    </p:titleStyle>
    <p:bodyStyle>
      <a:lvl1pPr marL="228594" indent="-228594">
        <a:buClr>
          <a:schemeClr val="tx2"/>
        </a:buClr>
        <a:buFont typeface="System Font Regular"/>
        <a:buChar char="-"/>
        <a:defRPr>
          <a:solidFill>
            <a:schemeClr val="tx2"/>
          </a:solidFill>
          <a:latin typeface="+mn-lt"/>
          <a:ea typeface="+mn-ea"/>
          <a:cs typeface="+mn-cs"/>
        </a:defRPr>
      </a:lvl1pPr>
      <a:lvl2pPr marL="609585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2pPr>
      <a:lvl3pPr marL="121917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3pPr>
      <a:lvl4pPr marL="1828754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4pPr>
      <a:lvl5pPr marL="2438339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609585">
        <a:defRPr>
          <a:latin typeface="+mn-lt"/>
          <a:ea typeface="+mn-ea"/>
          <a:cs typeface="+mn-cs"/>
        </a:defRPr>
      </a:lvl2pPr>
      <a:lvl3pPr marL="1219170">
        <a:defRPr>
          <a:latin typeface="+mn-lt"/>
          <a:ea typeface="+mn-ea"/>
          <a:cs typeface="+mn-cs"/>
        </a:defRPr>
      </a:lvl3pPr>
      <a:lvl4pPr marL="1828754">
        <a:defRPr>
          <a:latin typeface="+mn-lt"/>
          <a:ea typeface="+mn-ea"/>
          <a:cs typeface="+mn-cs"/>
        </a:defRPr>
      </a:lvl4pPr>
      <a:lvl5pPr marL="2438339">
        <a:defRPr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362">
          <p15:clr>
            <a:srgbClr val="A4A3A4"/>
          </p15:clr>
        </p15:guide>
        <p15:guide id="6" orient="horz" pos="1131">
          <p15:clr>
            <a:srgbClr val="A4A3A4"/>
          </p15:clr>
        </p15:guide>
        <p15:guide id="8" orient="horz" pos="2876">
          <p15:clr>
            <a:srgbClr val="A4A3A4"/>
          </p15:clr>
        </p15:guide>
        <p15:guide id="9" pos="360">
          <p15:clr>
            <a:srgbClr val="A4A3A4"/>
          </p15:clr>
        </p15:guide>
        <p15:guide id="10" pos="5396">
          <p15:clr>
            <a:srgbClr val="A4A3A4"/>
          </p15:clr>
        </p15:guide>
        <p15:guide id="11" pos="1185">
          <p15:clr>
            <a:srgbClr val="A4A3A4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05931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  <p:sldLayoutId id="2147483713" r:id="rId13"/>
    <p:sldLayoutId id="2147483714" r:id="rId14"/>
  </p:sldLayoutIdLst>
  <p:txStyles>
    <p:titleStyle>
      <a:lvl1pPr>
        <a:defRPr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594" indent="-228594">
        <a:buClr>
          <a:schemeClr val="tx2"/>
        </a:buClr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1pPr>
      <a:lvl2pPr marL="609585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2pPr>
      <a:lvl3pPr marL="121917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3pPr>
      <a:lvl4pPr marL="1828754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4pPr>
      <a:lvl5pPr marL="2438339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609585">
        <a:defRPr>
          <a:latin typeface="+mn-lt"/>
          <a:ea typeface="+mn-ea"/>
          <a:cs typeface="+mn-cs"/>
        </a:defRPr>
      </a:lvl2pPr>
      <a:lvl3pPr marL="1219170">
        <a:defRPr>
          <a:latin typeface="+mn-lt"/>
          <a:ea typeface="+mn-ea"/>
          <a:cs typeface="+mn-cs"/>
        </a:defRPr>
      </a:lvl3pPr>
      <a:lvl4pPr marL="1828754">
        <a:defRPr>
          <a:latin typeface="+mn-lt"/>
          <a:ea typeface="+mn-ea"/>
          <a:cs typeface="+mn-cs"/>
        </a:defRPr>
      </a:lvl4pPr>
      <a:lvl5pPr marL="2438339">
        <a:defRPr>
          <a:latin typeface="+mn-lt"/>
          <a:ea typeface="+mn-ea"/>
          <a:cs typeface="+mn-cs"/>
        </a:defRPr>
      </a:lvl5pPr>
      <a:lvl6pPr marL="3047924">
        <a:defRPr>
          <a:latin typeface="+mn-lt"/>
          <a:ea typeface="+mn-ea"/>
          <a:cs typeface="+mn-cs"/>
        </a:defRPr>
      </a:lvl6pPr>
      <a:lvl7pPr marL="3657509">
        <a:defRPr>
          <a:latin typeface="+mn-lt"/>
          <a:ea typeface="+mn-ea"/>
          <a:cs typeface="+mn-cs"/>
        </a:defRPr>
      </a:lvl7pPr>
      <a:lvl8pPr marL="4267093">
        <a:defRPr>
          <a:latin typeface="+mn-lt"/>
          <a:ea typeface="+mn-ea"/>
          <a:cs typeface="+mn-cs"/>
        </a:defRPr>
      </a:lvl8pPr>
      <a:lvl9pPr marL="4876678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362">
          <p15:clr>
            <a:srgbClr val="A4A3A4"/>
          </p15:clr>
        </p15:guide>
        <p15:guide id="6" orient="horz" pos="1131">
          <p15:clr>
            <a:srgbClr val="A4A3A4"/>
          </p15:clr>
        </p15:guide>
        <p15:guide id="8" orient="horz" pos="2876">
          <p15:clr>
            <a:srgbClr val="A4A3A4"/>
          </p15:clr>
        </p15:guide>
        <p15:guide id="9" pos="360">
          <p15:clr>
            <a:srgbClr val="A4A3A4"/>
          </p15:clr>
        </p15:guide>
        <p15:guide id="10" pos="5396">
          <p15:clr>
            <a:srgbClr val="A4A3A4"/>
          </p15:clr>
        </p15:guide>
        <p15:guide id="11" pos="1185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pages.github.sydney.edu.au/informatics/sih_codeofconduct/" TargetMode="External"/><Relationship Id="rId1" Type="http://schemas.openxmlformats.org/officeDocument/2006/relationships/slideLayout" Target="../slideLayouts/slideLayout3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16.jpg"/><Relationship Id="rId4" Type="http://schemas.openxmlformats.org/officeDocument/2006/relationships/image" Target="../media/image15.jp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mailto:first.last@sydney.edu.au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813F0F5-647B-5036-D130-61E5CA1C999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9377" y="2002367"/>
            <a:ext cx="7378623" cy="1422400"/>
          </a:xfrm>
        </p:spPr>
        <p:txBody>
          <a:bodyPr/>
          <a:lstStyle/>
          <a:p>
            <a:r>
              <a:rPr lang="en-US" dirty="0"/>
              <a:t>Exploratory Data Analysis in 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1A08F1-FDE4-BBC5-1FA2-FA5E96EF23E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/>
              <a:t>Dr Angus Fisk</a:t>
            </a:r>
          </a:p>
          <a:p>
            <a:r>
              <a:rPr lang="en-US" dirty="0"/>
              <a:t>Dr Eden Zhang</a:t>
            </a:r>
          </a:p>
          <a:p>
            <a:r>
              <a:rPr lang="en-US" dirty="0"/>
              <a:t>Dr Rose Smail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ADE540-EECE-D430-51CC-14F67DFD958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152900" y="5606560"/>
            <a:ext cx="6816001" cy="552915"/>
          </a:xfrm>
        </p:spPr>
        <p:txBody>
          <a:bodyPr>
            <a:normAutofit fontScale="92500"/>
          </a:bodyPr>
          <a:lstStyle/>
          <a:p>
            <a:r>
              <a:rPr lang="en-US" dirty="0" err="1"/>
              <a:t>sydney.edu.au</a:t>
            </a:r>
            <a:r>
              <a:rPr lang="en-US" dirty="0"/>
              <a:t>/research/facilities/</a:t>
            </a:r>
            <a:r>
              <a:rPr lang="en-US" dirty="0" err="1"/>
              <a:t>sydney</a:t>
            </a:r>
            <a:r>
              <a:rPr lang="en-US" dirty="0"/>
              <a:t>-informatics-</a:t>
            </a:r>
            <a:r>
              <a:rPr lang="en-US" dirty="0" err="1"/>
              <a:t>hub.html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32051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5585AE0-3EDD-6B55-FDED-13730849691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-1325032"/>
            <a:ext cx="10515600" cy="1325033"/>
          </a:xfrm>
          <a:prstGeom prst="rect">
            <a:avLst/>
          </a:prstGeom>
        </p:spPr>
        <p:txBody>
          <a:bodyPr anchor="b"/>
          <a:lstStyle/>
          <a:p>
            <a:r>
              <a:rPr lang="en-AU" dirty="0"/>
              <a:t>Acknowledgement of country</a:t>
            </a:r>
          </a:p>
        </p:txBody>
      </p:sp>
    </p:spTree>
    <p:extLst>
      <p:ext uri="{BB962C8B-B14F-4D97-AF65-F5344CB8AC3E}">
        <p14:creationId xmlns:p14="http://schemas.microsoft.com/office/powerpoint/2010/main" val="748972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36AA-500A-9B8A-7634-23537C793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Code of Conduct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CC48CA-D86B-B09E-D9B6-4B227B7A68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08251" y="1939274"/>
            <a:ext cx="8913283" cy="3674533"/>
          </a:xfrm>
        </p:spPr>
        <p:txBody>
          <a:bodyPr/>
          <a:lstStyle/>
          <a:p>
            <a:pPr marL="0" indent="0">
              <a:buNone/>
            </a:pPr>
            <a:r>
              <a:rPr lang="en-AU" sz="24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To foster a positive and professional learning environment, we encourage the following kinds of behaviours at all our events and platforms:</a:t>
            </a:r>
          </a:p>
          <a:p>
            <a:pPr marL="0" indent="0">
              <a:buNone/>
            </a:pPr>
            <a:endParaRPr lang="en-AU" sz="2400" dirty="0">
              <a:latin typeface="Arial" panose="020B0604020202020204" pitchFamily="34" charset="0"/>
              <a:ea typeface="ＭＳ Ｐゴシック"/>
              <a:cs typeface="Arial" panose="020B0604020202020204" pitchFamily="34" charset="0"/>
            </a:endParaRPr>
          </a:p>
          <a:p>
            <a:pPr marL="342265" indent="-342265"/>
            <a:r>
              <a:rPr lang="en-AU" sz="24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Use welcoming and inclusive language</a:t>
            </a:r>
          </a:p>
          <a:p>
            <a:pPr marL="342265" indent="-342265"/>
            <a:r>
              <a:rPr lang="en-AU" sz="24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Be respectful of different viewpoints and experiences</a:t>
            </a:r>
          </a:p>
          <a:p>
            <a:pPr marL="342265" indent="-342265"/>
            <a:r>
              <a:rPr lang="en-AU" sz="24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Gracefully accept constructive criticism</a:t>
            </a:r>
          </a:p>
          <a:p>
            <a:pPr marL="342265" indent="-342265"/>
            <a:r>
              <a:rPr lang="en-AU" sz="24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Focus on what is best for the community</a:t>
            </a:r>
          </a:p>
          <a:p>
            <a:pPr marL="342265" indent="-342265"/>
            <a:r>
              <a:rPr lang="en-AU" sz="24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Show courtesy and respect towards other community members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7B0285-00B1-7DBE-DFDE-70F7403B0176}"/>
              </a:ext>
            </a:extLst>
          </p:cNvPr>
          <p:cNvSpPr txBox="1"/>
          <p:nvPr/>
        </p:nvSpPr>
        <p:spPr>
          <a:xfrm>
            <a:off x="2560650" y="5734789"/>
            <a:ext cx="71231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Our full CoC, with incident reporting guidelines, is available at</a:t>
            </a:r>
            <a:r>
              <a:rPr lang="en-US" sz="1800" i="1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 </a:t>
            </a:r>
            <a:r>
              <a:rPr lang="en-US" sz="1800" i="1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  <a:hlinkClick r:id="rId2"/>
              </a:rPr>
              <a:t>https://pages.github.sydney.edu.au/informatics/sih_codeofconduct/</a:t>
            </a:r>
            <a:endParaRPr lang="en-US" sz="1800" i="1" dirty="0">
              <a:latin typeface="Arial" panose="020B0604020202020204" pitchFamily="34" charset="0"/>
              <a:ea typeface="ＭＳ Ｐゴシック"/>
              <a:cs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49041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1">
            <a:extLst>
              <a:ext uri="{FF2B5EF4-FFF2-40B4-BE49-F238E27FC236}">
                <a16:creationId xmlns:a16="http://schemas.microsoft.com/office/drawing/2014/main" id="{ADD51412-3DD6-E63D-9DE9-82E4C50D9742}"/>
              </a:ext>
            </a:extLst>
          </p:cNvPr>
          <p:cNvSpPr txBox="1"/>
          <p:nvPr/>
        </p:nvSpPr>
        <p:spPr>
          <a:xfrm>
            <a:off x="9433695" y="77347"/>
            <a:ext cx="2540000" cy="1028236"/>
          </a:xfrm>
          <a:prstGeom prst="rect">
            <a:avLst/>
          </a:prstGeom>
        </p:spPr>
        <p:txBody>
          <a:bodyPr vert="horz" wrap="square" lIns="0" tIns="16933" rIns="0" bIns="0" rtlCol="0" anchor="ctr" anchorCtr="0">
            <a:noAutofit/>
          </a:bodyPr>
          <a:lstStyle/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USER NOTE:</a:t>
            </a:r>
          </a:p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Add alt text for images that convey information. Otherwise, mark them as decorative. </a:t>
            </a:r>
          </a:p>
          <a:p>
            <a:pPr algn="ctr" defTabSz="1219170">
              <a:spcBef>
                <a:spcPts val="133"/>
              </a:spcBef>
            </a:pPr>
            <a:endParaRPr lang="en-AU" sz="1067" kern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848885-0715-CA1C-C25A-8A316FD34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Who we are  - Sydney Informatics Hub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E1BDA333-51BA-D105-E495-BBCB52046ECA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rPr lang="en-US" dirty="0"/>
              <a:t>Dr Angus Fisk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479912A-4CBD-CD76-78EE-9997ABBFB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AU" dirty="0">
                <a:solidFill>
                  <a:schemeClr val="tx2"/>
                </a:solidFill>
              </a:rPr>
              <a:t>Veterinarian</a:t>
            </a:r>
          </a:p>
          <a:p>
            <a:pPr marL="285750" indent="-285750">
              <a:buFontTx/>
              <a:buChar char="-"/>
            </a:pPr>
            <a:r>
              <a:rPr lang="en-AU" dirty="0">
                <a:solidFill>
                  <a:schemeClr val="tx2"/>
                </a:solidFill>
              </a:rPr>
              <a:t>DPhil in sleep at Oxford</a:t>
            </a:r>
          </a:p>
          <a:p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2BDFCD74-7A5B-9298-C7F9-D67CA8545AE8}"/>
              </a:ext>
            </a:extLst>
          </p:cNvPr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r>
              <a:rPr lang="en-US" dirty="0"/>
              <a:t>Dr Rose Smail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C1BC2FA4-D825-67BC-4A23-1B9EDEC948B2}"/>
              </a:ext>
            </a:extLst>
          </p:cNvPr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AU" dirty="0">
                <a:solidFill>
                  <a:schemeClr val="tx2"/>
                </a:solidFill>
              </a:rPr>
              <a:t>Physicist </a:t>
            </a:r>
          </a:p>
          <a:p>
            <a:pPr marL="285750" indent="-285750">
              <a:buFontTx/>
              <a:buChar char="-"/>
            </a:pPr>
            <a:r>
              <a:rPr lang="en-AU" dirty="0">
                <a:solidFill>
                  <a:schemeClr val="tx2"/>
                </a:solidFill>
              </a:rPr>
              <a:t>PhD in physics at Adelaide</a:t>
            </a:r>
            <a:endParaRPr lang="en-US" dirty="0">
              <a:solidFill>
                <a:schemeClr val="tx2"/>
              </a:solidFill>
            </a:endParaRPr>
          </a:p>
          <a:p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23D84854-B195-1244-B4DE-2AE582821D2B}"/>
              </a:ext>
            </a:extLst>
          </p:cNvPr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rPr lang="en-US" dirty="0"/>
              <a:t>Dr Eden Zhang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D9D39A20-7D86-B609-ABBB-559580EB9069}"/>
              </a:ext>
            </a:extLst>
          </p:cNvPr>
          <p:cNvSpPr>
            <a:spLocks noGrp="1"/>
          </p:cNvSpPr>
          <p:nvPr>
            <p:ph type="body" idx="18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AU" dirty="0">
                <a:solidFill>
                  <a:schemeClr val="tx2"/>
                </a:solidFill>
              </a:rPr>
              <a:t>Data Scientist</a:t>
            </a:r>
          </a:p>
          <a:p>
            <a:pPr marL="285750" indent="-285750">
              <a:buFontTx/>
              <a:buChar char="-"/>
            </a:pPr>
            <a:r>
              <a:rPr lang="en-AU" dirty="0">
                <a:solidFill>
                  <a:schemeClr val="tx2"/>
                </a:solidFill>
              </a:rPr>
              <a:t>PhD Ecological Conservation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endParaRPr lang="en-US" dirty="0">
              <a:solidFill>
                <a:schemeClr val="tx2"/>
              </a:solidFill>
            </a:endParaRPr>
          </a:p>
        </p:txBody>
      </p:sp>
      <p:pic>
        <p:nvPicPr>
          <p:cNvPr id="20" name="Picture Placeholder 19" descr="A person in a suit and tie&#10;&#10;AI-generated content may be incorrect.">
            <a:extLst>
              <a:ext uri="{FF2B5EF4-FFF2-40B4-BE49-F238E27FC236}">
                <a16:creationId xmlns:a16="http://schemas.microsoft.com/office/drawing/2014/main" id="{B710100D-57C1-EC62-0BAE-A54BEC0AB48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8482" b="31344"/>
          <a:stretch/>
        </p:blipFill>
        <p:spPr>
          <a:xfrm>
            <a:off x="2522898" y="1881064"/>
            <a:ext cx="1762760" cy="1625600"/>
          </a:xfrm>
        </p:spPr>
      </p:pic>
      <p:pic>
        <p:nvPicPr>
          <p:cNvPr id="22" name="Picture Placeholder 21" descr="A person standing in front of a wall&#10;&#10;AI-generated content may be incorrect.">
            <a:extLst>
              <a:ext uri="{FF2B5EF4-FFF2-40B4-BE49-F238E27FC236}">
                <a16:creationId xmlns:a16="http://schemas.microsoft.com/office/drawing/2014/main" id="{CCD16C19-9306-550D-88DD-E26B7AD64A4C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4"/>
          <a:srcRect t="15405" b="15405"/>
          <a:stretch>
            <a:fillRect/>
          </a:stretch>
        </p:blipFill>
        <p:spPr/>
      </p:pic>
      <p:pic>
        <p:nvPicPr>
          <p:cNvPr id="32" name="Picture Placeholder 31" descr="A collage of a group of people&#10;&#10;AI-generated content may be incorrect.">
            <a:extLst>
              <a:ext uri="{FF2B5EF4-FFF2-40B4-BE49-F238E27FC236}">
                <a16:creationId xmlns:a16="http://schemas.microsoft.com/office/drawing/2014/main" id="{E5960D3D-63B2-3291-23BA-1CC88C979FC5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5"/>
          <a:srcRect l="16638" t="80522" r="65866" b="922"/>
          <a:stretch/>
        </p:blipFill>
        <p:spPr>
          <a:xfrm>
            <a:off x="8748931" y="2010367"/>
            <a:ext cx="1369528" cy="1496296"/>
          </a:xfrm>
        </p:spPr>
      </p:pic>
    </p:spTree>
    <p:extLst>
      <p:ext uri="{BB962C8B-B14F-4D97-AF65-F5344CB8AC3E}">
        <p14:creationId xmlns:p14="http://schemas.microsoft.com/office/powerpoint/2010/main" val="3466951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68F13-AE35-D3A5-016D-609708B8A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8FEB4-2411-9EFE-C922-768568F1E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4A5947-E6EB-8037-60A7-225F82E40B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7658" y="2413001"/>
            <a:ext cx="10753876" cy="3462868"/>
          </a:xfrm>
        </p:spPr>
        <p:txBody>
          <a:bodyPr numCol="2">
            <a:normAutofit/>
          </a:bodyPr>
          <a:lstStyle/>
          <a:p>
            <a:r>
              <a:rPr lang="en-US" dirty="0"/>
              <a:t>What is Exploratory Data Analysis?</a:t>
            </a:r>
          </a:p>
          <a:p>
            <a:r>
              <a:rPr lang="en-US" dirty="0"/>
              <a:t>Load, view and select data in R</a:t>
            </a:r>
          </a:p>
          <a:p>
            <a:r>
              <a:rPr lang="en-US" dirty="0"/>
              <a:t>Plotting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Tidy data format</a:t>
            </a:r>
          </a:p>
          <a:p>
            <a:r>
              <a:rPr lang="en-US" dirty="0"/>
              <a:t>Missing data</a:t>
            </a:r>
          </a:p>
          <a:p>
            <a:r>
              <a:rPr lang="en-US" dirty="0"/>
              <a:t>Outliers</a:t>
            </a:r>
          </a:p>
          <a:p>
            <a:r>
              <a:rPr lang="en-US" dirty="0"/>
              <a:t>Saving data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97087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36AA-500A-9B8A-7634-23537C793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exploratory data analysis?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13D646-7998-9561-253B-F4161787B68D}"/>
              </a:ext>
            </a:extLst>
          </p:cNvPr>
          <p:cNvSpPr txBox="1"/>
          <p:nvPr/>
        </p:nvSpPr>
        <p:spPr>
          <a:xfrm>
            <a:off x="1099930" y="2767280"/>
            <a:ext cx="249140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Research Question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D85C48-3B7A-6DFB-C4A5-92CDA5FF7BB0}"/>
              </a:ext>
            </a:extLst>
          </p:cNvPr>
          <p:cNvSpPr txBox="1"/>
          <p:nvPr/>
        </p:nvSpPr>
        <p:spPr>
          <a:xfrm>
            <a:off x="8328991" y="2767280"/>
            <a:ext cx="249140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Data Question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EA56F54-5700-A253-3E9F-FD3CEE964AE6}"/>
              </a:ext>
            </a:extLst>
          </p:cNvPr>
          <p:cNvCxnSpPr>
            <a:cxnSpLocks/>
          </p:cNvCxnSpPr>
          <p:nvPr/>
        </p:nvCxnSpPr>
        <p:spPr>
          <a:xfrm flipV="1">
            <a:off x="4598504" y="3428998"/>
            <a:ext cx="2584174" cy="0"/>
          </a:xfrm>
          <a:prstGeom prst="straightConnector1">
            <a:avLst/>
          </a:prstGeom>
          <a:ln w="1270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3731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978D1-47ED-CB88-93E6-F394360B3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13F3E0-FABC-146D-5221-1B0E433C19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is your research question?</a:t>
            </a:r>
          </a:p>
          <a:p>
            <a:r>
              <a:rPr lang="en-US" dirty="0"/>
              <a:t>What is your data question?</a:t>
            </a:r>
          </a:p>
          <a:p>
            <a:endParaRPr lang="en-US" dirty="0"/>
          </a:p>
          <a:p>
            <a:r>
              <a:rPr lang="en-US" dirty="0"/>
              <a:t>Put in google doc </a:t>
            </a:r>
          </a:p>
        </p:txBody>
      </p:sp>
    </p:spTree>
    <p:extLst>
      <p:ext uri="{BB962C8B-B14F-4D97-AF65-F5344CB8AC3E}">
        <p14:creationId xmlns:p14="http://schemas.microsoft.com/office/powerpoint/2010/main" val="21882183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82E66-49E7-2A0C-4FAA-C636EA8E9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Where to start?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75E373C-B6FC-DD0B-1A0A-5E2F99F332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0"/>
            <a:ext cx="10972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7516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36AA-500A-9B8A-7634-23537C793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 the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CC48CA-D86B-B09E-D9B6-4B227B7A68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read_csv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~/path/to/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data.csv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38568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82E66-49E7-2A0C-4FAA-C636EA8E9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How to view data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27B3D22C-361F-E935-F8B6-48C9CD2643A3}"/>
              </a:ext>
            </a:extLst>
          </p:cNvPr>
          <p:cNvSpPr txBox="1"/>
          <p:nvPr/>
        </p:nvSpPr>
        <p:spPr>
          <a:xfrm>
            <a:off x="9465553" y="57379"/>
            <a:ext cx="2540000" cy="1028236"/>
          </a:xfrm>
          <a:prstGeom prst="rect">
            <a:avLst/>
          </a:prstGeom>
        </p:spPr>
        <p:txBody>
          <a:bodyPr vert="horz" wrap="square" lIns="0" tIns="16933" rIns="0" bIns="0" rtlCol="0" anchor="ctr" anchorCtr="0">
            <a:noAutofit/>
          </a:bodyPr>
          <a:lstStyle/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USER NOTE:</a:t>
            </a:r>
          </a:p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When adding in a chart, use the default </a:t>
            </a:r>
            <a:b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chart style ‘Style 1’. Add alt text and data labels for accessibility. </a:t>
            </a:r>
          </a:p>
          <a:p>
            <a:pPr algn="ctr" defTabSz="1219170">
              <a:spcBef>
                <a:spcPts val="133"/>
              </a:spcBef>
            </a:pPr>
            <a:endParaRPr lang="en-AU" sz="1067" kern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41BB82C-59BD-2271-B91F-D9F57287BF6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05" t="2485" r="1643" b="2860"/>
          <a:stretch/>
        </p:blipFill>
        <p:spPr>
          <a:xfrm>
            <a:off x="2993020" y="1677777"/>
            <a:ext cx="7742533" cy="4789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0768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924AF-2862-D01F-E58F-6577CDE9C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B7215-035F-6F96-01BF-E85299441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How to view data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B9527521-306E-2973-FA7E-7906EC6098B6}"/>
              </a:ext>
            </a:extLst>
          </p:cNvPr>
          <p:cNvSpPr txBox="1"/>
          <p:nvPr/>
        </p:nvSpPr>
        <p:spPr>
          <a:xfrm>
            <a:off x="9465553" y="57379"/>
            <a:ext cx="2540000" cy="1028236"/>
          </a:xfrm>
          <a:prstGeom prst="rect">
            <a:avLst/>
          </a:prstGeom>
        </p:spPr>
        <p:txBody>
          <a:bodyPr vert="horz" wrap="square" lIns="0" tIns="16933" rIns="0" bIns="0" rtlCol="0" anchor="ctr" anchorCtr="0">
            <a:noAutofit/>
          </a:bodyPr>
          <a:lstStyle/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USER NOTE:</a:t>
            </a:r>
          </a:p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When adding in a chart, use the default </a:t>
            </a:r>
            <a:b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chart style ‘Style 1’. Add alt text and data labels for accessibility. </a:t>
            </a:r>
          </a:p>
          <a:p>
            <a:pPr algn="ctr" defTabSz="1219170">
              <a:spcBef>
                <a:spcPts val="133"/>
              </a:spcBef>
            </a:pPr>
            <a:endParaRPr lang="en-AU" sz="1067" kern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5F1A281-C2F3-078C-2D1B-E54E6FB058B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05" t="2485" r="1643" b="2860"/>
          <a:stretch/>
        </p:blipFill>
        <p:spPr>
          <a:xfrm>
            <a:off x="2993020" y="1677777"/>
            <a:ext cx="7742533" cy="4789614"/>
          </a:xfrm>
          <a:prstGeom prst="rect">
            <a:avLst/>
          </a:prstGeom>
        </p:spPr>
      </p:pic>
      <p:sp>
        <p:nvSpPr>
          <p:cNvPr id="4" name="Doughnut 3">
            <a:extLst>
              <a:ext uri="{FF2B5EF4-FFF2-40B4-BE49-F238E27FC236}">
                <a16:creationId xmlns:a16="http://schemas.microsoft.com/office/drawing/2014/main" id="{596554A6-3721-2DA6-1760-9A2EB55F5658}"/>
              </a:ext>
            </a:extLst>
          </p:cNvPr>
          <p:cNvSpPr/>
          <p:nvPr/>
        </p:nvSpPr>
        <p:spPr>
          <a:xfrm>
            <a:off x="3429684" y="2145504"/>
            <a:ext cx="7305869" cy="1201576"/>
          </a:xfrm>
          <a:prstGeom prst="donut">
            <a:avLst>
              <a:gd name="adj" fmla="val 1431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Doughnut 4">
            <a:extLst>
              <a:ext uri="{FF2B5EF4-FFF2-40B4-BE49-F238E27FC236}">
                <a16:creationId xmlns:a16="http://schemas.microsoft.com/office/drawing/2014/main" id="{722B7E4D-FB42-9E61-7AD3-03BB935B2212}"/>
              </a:ext>
            </a:extLst>
          </p:cNvPr>
          <p:cNvSpPr/>
          <p:nvPr/>
        </p:nvSpPr>
        <p:spPr>
          <a:xfrm>
            <a:off x="3429683" y="5406328"/>
            <a:ext cx="7305869" cy="1201576"/>
          </a:xfrm>
          <a:prstGeom prst="donut">
            <a:avLst>
              <a:gd name="adj" fmla="val 1431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Doughnut 5">
            <a:extLst>
              <a:ext uri="{FF2B5EF4-FFF2-40B4-BE49-F238E27FC236}">
                <a16:creationId xmlns:a16="http://schemas.microsoft.com/office/drawing/2014/main" id="{1101E311-52B8-485B-1C2B-98F45028817C}"/>
              </a:ext>
            </a:extLst>
          </p:cNvPr>
          <p:cNvSpPr/>
          <p:nvPr/>
        </p:nvSpPr>
        <p:spPr>
          <a:xfrm>
            <a:off x="3028291" y="2004991"/>
            <a:ext cx="852364" cy="4789614"/>
          </a:xfrm>
          <a:prstGeom prst="donut">
            <a:avLst>
              <a:gd name="adj" fmla="val 1431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262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7B73F-F98E-04FF-582E-B30072AF8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0D567-1C7D-6468-8758-D58FE8374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view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991D09-369C-EDEF-3436-EE741F6445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head()</a:t>
            </a:r>
          </a:p>
          <a:p>
            <a:r>
              <a:rPr lang="en-US" dirty="0"/>
              <a:t>tail()</a:t>
            </a:r>
          </a:p>
          <a:p>
            <a:r>
              <a:rPr lang="en-US" dirty="0" err="1"/>
              <a:t>colnames</a:t>
            </a:r>
            <a:r>
              <a:rPr lang="en-US" dirty="0"/>
              <a:t>()</a:t>
            </a:r>
          </a:p>
          <a:p>
            <a:r>
              <a:rPr lang="en-US" dirty="0" err="1"/>
              <a:t>rownames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7070886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0A561-5AE5-17F3-6FC0-0CD6BF314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04A8F-E850-8D1A-8CE2-6D1794F80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view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4D9C35-C8E6-C65C-24DF-DFF9B43507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Code it! </a:t>
            </a:r>
          </a:p>
        </p:txBody>
      </p:sp>
    </p:spTree>
    <p:extLst>
      <p:ext uri="{BB962C8B-B14F-4D97-AF65-F5344CB8AC3E}">
        <p14:creationId xmlns:p14="http://schemas.microsoft.com/office/powerpoint/2010/main" val="14514447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DAE7E-F686-0226-669D-3A606E545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204AD-B013-CAFA-1EF4-01EC4B7A5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we doing with this data?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0203D6-E310-7237-9831-D75081E1B8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 err="1"/>
              <a:t>StackOverflow</a:t>
            </a:r>
            <a:r>
              <a:rPr lang="en-US" dirty="0"/>
              <a:t> Survey Data</a:t>
            </a:r>
          </a:p>
          <a:p>
            <a:endParaRPr lang="en-US" dirty="0"/>
          </a:p>
          <a:p>
            <a:r>
              <a:rPr lang="en-US" dirty="0"/>
              <a:t>Can we predict salary? </a:t>
            </a:r>
          </a:p>
        </p:txBody>
      </p:sp>
    </p:spTree>
    <p:extLst>
      <p:ext uri="{BB962C8B-B14F-4D97-AF65-F5344CB8AC3E}">
        <p14:creationId xmlns:p14="http://schemas.microsoft.com/office/powerpoint/2010/main" val="15037147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EA826-DB2F-C5D0-CCBE-F29793CF3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AA13F-F1E8-6D21-DC3D-9E7962CB6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Plotting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2EE66B-A239-E3F4-EB5B-3ACC4F1FA9A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 err="1">
                <a:cs typeface="Arial" panose="020B0604020202020204" pitchFamily="34" charset="0"/>
              </a:rPr>
              <a:t>Visualise</a:t>
            </a:r>
            <a:r>
              <a:rPr lang="en-US" dirty="0">
                <a:cs typeface="Arial" panose="020B0604020202020204" pitchFamily="34" charset="0"/>
              </a:rPr>
              <a:t> data</a:t>
            </a:r>
          </a:p>
          <a:p>
            <a:r>
              <a:rPr lang="en-US" dirty="0">
                <a:cs typeface="Arial" panose="020B0604020202020204" pitchFamily="34" charset="0"/>
              </a:rPr>
              <a:t>Sanity check</a:t>
            </a:r>
          </a:p>
          <a:p>
            <a:endParaRPr lang="en-US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21954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D3D40-BEB9-E3F8-FA3C-8140E1898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163F2-182E-FD8D-3A2E-F6F405923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Plotting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1F828C-E291-FFE9-0133-5B9889D792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 err="1">
                <a:cs typeface="Arial" panose="020B0604020202020204" pitchFamily="34" charset="0"/>
              </a:rPr>
              <a:t>ggplot</a:t>
            </a:r>
            <a:r>
              <a:rPr lang="en-US" dirty="0">
                <a:cs typeface="Arial" panose="020B0604020202020204" pitchFamily="34" charset="0"/>
              </a:rPr>
              <a:t>()</a:t>
            </a:r>
          </a:p>
          <a:p>
            <a:r>
              <a:rPr lang="en-US" dirty="0">
                <a:cs typeface="Arial" panose="020B0604020202020204" pitchFamily="34" charset="0"/>
              </a:rPr>
              <a:t>Needs </a:t>
            </a:r>
            <a:r>
              <a:rPr lang="en-US" dirty="0" err="1">
                <a:cs typeface="Arial" panose="020B0604020202020204" pitchFamily="34" charset="0"/>
              </a:rPr>
              <a:t>aes</a:t>
            </a:r>
            <a:r>
              <a:rPr lang="en-US" dirty="0">
                <a:cs typeface="Arial" panose="020B0604020202020204" pitchFamily="34" charset="0"/>
              </a:rPr>
              <a:t>()</a:t>
            </a:r>
          </a:p>
          <a:p>
            <a:r>
              <a:rPr lang="en-US" dirty="0" err="1">
                <a:cs typeface="Arial" panose="020B0604020202020204" pitchFamily="34" charset="0"/>
              </a:rPr>
              <a:t>geom</a:t>
            </a:r>
            <a:r>
              <a:rPr lang="en-US" dirty="0">
                <a:cs typeface="Arial" panose="020B0604020202020204" pitchFamily="34" charset="0"/>
              </a:rPr>
              <a:t>_?()</a:t>
            </a:r>
          </a:p>
          <a:p>
            <a:r>
              <a:rPr lang="en-US" dirty="0" err="1">
                <a:cs typeface="Arial" panose="020B0604020202020204" pitchFamily="34" charset="0"/>
              </a:rPr>
              <a:t>geom_histogram</a:t>
            </a:r>
            <a:r>
              <a:rPr lang="en-US" dirty="0">
                <a:cs typeface="Arial" panose="020B0604020202020204" pitchFamily="34" charset="0"/>
              </a:rPr>
              <a:t>()</a:t>
            </a:r>
          </a:p>
          <a:p>
            <a:r>
              <a:rPr lang="en-US" dirty="0" err="1">
                <a:cs typeface="Arial" panose="020B0604020202020204" pitchFamily="34" charset="0"/>
              </a:rPr>
              <a:t>geom_point</a:t>
            </a:r>
            <a:r>
              <a:rPr lang="en-US" dirty="0">
                <a:cs typeface="Arial" panose="020B0604020202020204" pitchFamily="34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1829723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EB773-F4C9-CB40-7756-E454E1687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47D55-FA24-8467-2145-CD11F484E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Plotting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FD7314-36D8-80F2-CC33-5B4A0B81F6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cs typeface="Arial" panose="020B0604020202020204" pitchFamily="34" charset="0"/>
              </a:rPr>
              <a:t>Code it!</a:t>
            </a:r>
          </a:p>
        </p:txBody>
      </p:sp>
    </p:spTree>
    <p:extLst>
      <p:ext uri="{BB962C8B-B14F-4D97-AF65-F5344CB8AC3E}">
        <p14:creationId xmlns:p14="http://schemas.microsoft.com/office/powerpoint/2010/main" val="27776488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8DA4E-F8D3-C50E-A18E-9AB7FDD20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C416E-796E-F6AF-7791-3ED667B08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250439-1711-9C64-4B44-3F0A99D9F4F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cs typeface="Arial" panose="020B0604020202020204" pitchFamily="34" charset="0"/>
              </a:rPr>
              <a:t>Make a plot!</a:t>
            </a:r>
          </a:p>
          <a:p>
            <a:r>
              <a:rPr lang="en-US" dirty="0">
                <a:cs typeface="Arial" panose="020B0604020202020204" pitchFamily="34" charset="0"/>
              </a:rPr>
              <a:t>Use </a:t>
            </a:r>
            <a:r>
              <a:rPr lang="en-US" dirty="0" err="1">
                <a:cs typeface="Arial" panose="020B0604020202020204" pitchFamily="34" charset="0"/>
              </a:rPr>
              <a:t>colnames</a:t>
            </a:r>
            <a:r>
              <a:rPr lang="en-US" dirty="0">
                <a:cs typeface="Arial" panose="020B0604020202020204" pitchFamily="34" charset="0"/>
              </a:rPr>
              <a:t> to choose variables</a:t>
            </a:r>
          </a:p>
          <a:p>
            <a:r>
              <a:rPr lang="en-US" dirty="0">
                <a:cs typeface="Arial" panose="020B0604020202020204" pitchFamily="34" charset="0"/>
              </a:rPr>
              <a:t>What does this plot mean?</a:t>
            </a:r>
          </a:p>
          <a:p>
            <a:endParaRPr lang="en-US" dirty="0">
              <a:cs typeface="Arial" panose="020B0604020202020204" pitchFamily="34" charset="0"/>
            </a:endParaRPr>
          </a:p>
          <a:p>
            <a:r>
              <a:rPr lang="en-US" dirty="0">
                <a:cs typeface="Arial" panose="020B0604020202020204" pitchFamily="34" charset="0"/>
              </a:rPr>
              <a:t>Put answers in google doc</a:t>
            </a:r>
          </a:p>
        </p:txBody>
      </p:sp>
    </p:spTree>
    <p:extLst>
      <p:ext uri="{BB962C8B-B14F-4D97-AF65-F5344CB8AC3E}">
        <p14:creationId xmlns:p14="http://schemas.microsoft.com/office/powerpoint/2010/main" val="16851777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69FB9-3273-E546-75A3-16FE9D7D8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40853-73D1-D7FB-F1E1-00F01270C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select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D8FF7C-1E3E-F6F2-9817-DE54C16616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cs typeface="Arial" panose="020B0604020202020204" pitchFamily="34" charset="0"/>
              </a:rPr>
              <a:t>Column</a:t>
            </a:r>
          </a:p>
          <a:p>
            <a:r>
              <a:rPr lang="en-US" dirty="0">
                <a:cs typeface="Arial" panose="020B0604020202020204" pitchFamily="34" charset="0"/>
              </a:rPr>
              <a:t>Row</a:t>
            </a:r>
          </a:p>
          <a:p>
            <a:r>
              <a:rPr lang="en-US" dirty="0">
                <a:cs typeface="Arial" panose="020B0604020202020204" pitchFamily="34" charset="0"/>
              </a:rPr>
              <a:t>Range</a:t>
            </a:r>
          </a:p>
          <a:p>
            <a:r>
              <a:rPr lang="en-US" dirty="0">
                <a:cs typeface="Arial" panose="020B0604020202020204" pitchFamily="34" charset="0"/>
              </a:rPr>
              <a:t>Based on label</a:t>
            </a:r>
          </a:p>
        </p:txBody>
      </p:sp>
    </p:spTree>
    <p:extLst>
      <p:ext uri="{BB962C8B-B14F-4D97-AF65-F5344CB8AC3E}">
        <p14:creationId xmlns:p14="http://schemas.microsoft.com/office/powerpoint/2010/main" val="32146059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9A1CE-D7B7-4D5C-8C1A-39209C21D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select data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497F17-5FF5-B5BB-DB40-6AAF146EB17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By number?</a:t>
            </a:r>
          </a:p>
          <a:p>
            <a:r>
              <a:rPr lang="en-US" dirty="0"/>
              <a:t>Rows?</a:t>
            </a:r>
          </a:p>
          <a:p>
            <a:pPr lvl="1"/>
            <a:r>
              <a:rPr lang="en-US" dirty="0" err="1"/>
              <a:t>dplyr</a:t>
            </a:r>
            <a:r>
              <a:rPr lang="en-US" dirty="0"/>
              <a:t>::slice()</a:t>
            </a:r>
          </a:p>
          <a:p>
            <a:r>
              <a:rPr lang="en-US" dirty="0"/>
              <a:t>Columns?</a:t>
            </a:r>
          </a:p>
          <a:p>
            <a:pPr lvl="1"/>
            <a:r>
              <a:rPr lang="en-US" dirty="0" err="1"/>
              <a:t>dplyr</a:t>
            </a:r>
            <a:r>
              <a:rPr lang="en-US" dirty="0"/>
              <a:t>::select()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07294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B5552-A903-D6FB-66FD-B68391E2C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E4A47-6BE9-4E33-DEC3-B82222E03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select data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C77F06-D693-C55E-E777-849BE647F0A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single value </a:t>
            </a:r>
          </a:p>
          <a:p>
            <a:pPr lvl="1"/>
            <a:r>
              <a:rPr lang="en-US" dirty="0"/>
              <a:t>slice(1)</a:t>
            </a:r>
          </a:p>
          <a:p>
            <a:r>
              <a:rPr lang="en-US" dirty="0"/>
              <a:t>range </a:t>
            </a:r>
          </a:p>
          <a:p>
            <a:pPr lvl="1"/>
            <a:r>
              <a:rPr lang="en-US" dirty="0"/>
              <a:t>slice(1:5)</a:t>
            </a:r>
          </a:p>
          <a:p>
            <a:r>
              <a:rPr lang="en-US" dirty="0"/>
              <a:t>specific values</a:t>
            </a:r>
          </a:p>
          <a:p>
            <a:pPr lvl="1"/>
            <a:r>
              <a:rPr lang="en-US" dirty="0"/>
              <a:t>slice(c(1,5,10))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24179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F14C0-5F25-1855-4C8D-C369043B2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73EE3-3002-B62E-0AEE-DB72AEF55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select data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933B2D-46CE-D3E1-A9A9-93B402BDB8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By name?</a:t>
            </a:r>
          </a:p>
          <a:p>
            <a:r>
              <a:rPr lang="en-US" dirty="0"/>
              <a:t>Columns</a:t>
            </a:r>
          </a:p>
          <a:p>
            <a:pPr lvl="1"/>
            <a:r>
              <a:rPr lang="en-US" dirty="0" err="1"/>
              <a:t>dplyr</a:t>
            </a:r>
            <a:r>
              <a:rPr lang="en-US" dirty="0"/>
              <a:t>::select()</a:t>
            </a:r>
          </a:p>
          <a:p>
            <a:pPr lvl="1"/>
            <a:r>
              <a:rPr lang="en-US" dirty="0" err="1"/>
              <a:t>data$name</a:t>
            </a:r>
            <a:endParaRPr lang="en-US" dirty="0"/>
          </a:p>
          <a:p>
            <a:pPr lvl="1"/>
            <a:r>
              <a:rPr lang="en-US" dirty="0"/>
              <a:t>data[name]</a:t>
            </a:r>
          </a:p>
          <a:p>
            <a:r>
              <a:rPr lang="en-US" dirty="0"/>
              <a:t>Rows</a:t>
            </a:r>
          </a:p>
          <a:p>
            <a:pPr lvl="1"/>
            <a:r>
              <a:rPr lang="en-US" dirty="0"/>
              <a:t>data[name,]</a:t>
            </a:r>
          </a:p>
        </p:txBody>
      </p:sp>
    </p:spTree>
    <p:extLst>
      <p:ext uri="{BB962C8B-B14F-4D97-AF65-F5344CB8AC3E}">
        <p14:creationId xmlns:p14="http://schemas.microsoft.com/office/powerpoint/2010/main" val="20381940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3EE36-2301-E315-AEED-856B70716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F11F6-AAC3-E903-CB15-480FBFB8C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select data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920359-971D-5AC0-8407-7C7612FF24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Code it!</a:t>
            </a:r>
          </a:p>
        </p:txBody>
      </p:sp>
    </p:spTree>
    <p:extLst>
      <p:ext uri="{BB962C8B-B14F-4D97-AF65-F5344CB8AC3E}">
        <p14:creationId xmlns:p14="http://schemas.microsoft.com/office/powerpoint/2010/main" val="21543498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63420-E269-47E9-0534-F54DBD93C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044BA0-CC44-0EC8-51A5-B3A014368D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Select the data on your birthday! </a:t>
            </a:r>
          </a:p>
          <a:p>
            <a:r>
              <a:rPr lang="en-US" dirty="0"/>
              <a:t>Months are columns</a:t>
            </a:r>
          </a:p>
          <a:p>
            <a:r>
              <a:rPr lang="en-US" dirty="0"/>
              <a:t>Days are rows</a:t>
            </a:r>
          </a:p>
          <a:p>
            <a:endParaRPr lang="en-US" dirty="0"/>
          </a:p>
          <a:p>
            <a:r>
              <a:rPr lang="en-US" dirty="0"/>
              <a:t>Put answer + code in google doc</a:t>
            </a:r>
          </a:p>
        </p:txBody>
      </p:sp>
    </p:spTree>
    <p:extLst>
      <p:ext uri="{BB962C8B-B14F-4D97-AF65-F5344CB8AC3E}">
        <p14:creationId xmlns:p14="http://schemas.microsoft.com/office/powerpoint/2010/main" val="636012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B6E54-3C1C-2B3C-B343-D24F1C734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98027-D618-01BF-0DCE-39FD3FA11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select data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DA4BC2-F2C9-DFF5-9BA7-57D8FE779CC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Filter()</a:t>
            </a:r>
          </a:p>
          <a:p>
            <a:r>
              <a:rPr lang="en-US" dirty="0"/>
              <a:t>filter(column=condition)</a:t>
            </a:r>
          </a:p>
          <a:p>
            <a:r>
              <a:rPr lang="en-US" dirty="0"/>
              <a:t>filter(column1=condition1 &amp; column2=condition2)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00707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D396D-BBAC-7E43-42F4-178B09EEE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7F15E-6450-C9D3-9B23-7A0C5BAF9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alter data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8C6A5B-6307-D780-5C6D-DD88AE2146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 err="1"/>
              <a:t>data$column</a:t>
            </a:r>
            <a:r>
              <a:rPr lang="en-US" dirty="0"/>
              <a:t> &lt;- value</a:t>
            </a:r>
          </a:p>
          <a:p>
            <a:r>
              <a:rPr lang="en-US" dirty="0"/>
              <a:t>filter with mutate() </a:t>
            </a:r>
          </a:p>
          <a:p>
            <a:r>
              <a:rPr lang="en-US" dirty="0" err="1"/>
              <a:t>ifelse</a:t>
            </a:r>
            <a:r>
              <a:rPr lang="en-US" dirty="0"/>
              <a:t>( condition, 	value if true, 	value if false 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47388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84B7A-AC58-76D3-1F3F-192C2EB7F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EF3AB-22F7-9386-9DA8-9A064FCBF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616A4D-98E0-415A-E647-40D940B5B38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Change everyone older to you to “old”</a:t>
            </a:r>
          </a:p>
          <a:p>
            <a:r>
              <a:rPr lang="en-US" dirty="0"/>
              <a:t>filter the data so you only see </a:t>
            </a:r>
          </a:p>
          <a:p>
            <a:pPr lvl="1"/>
            <a:r>
              <a:rPr lang="en-US" dirty="0"/>
              <a:t>younger than you</a:t>
            </a:r>
          </a:p>
          <a:p>
            <a:pPr lvl="1"/>
            <a:r>
              <a:rPr lang="en-US" dirty="0"/>
              <a:t>older than you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79724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1474F-7C10-1627-E8B0-2D716CD60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83E91-17FE-52E6-D687-9E82071A3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27447336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B81AB-2A75-53AB-DAF5-3EEC86C81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DA2F2-1360-D015-460B-15E033234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What we want data to look like?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45CFE04C-4D5D-7CB3-1075-FCC2E2A8D5BD}"/>
              </a:ext>
            </a:extLst>
          </p:cNvPr>
          <p:cNvSpPr txBox="1"/>
          <p:nvPr/>
        </p:nvSpPr>
        <p:spPr>
          <a:xfrm>
            <a:off x="9465553" y="57379"/>
            <a:ext cx="2540000" cy="1028236"/>
          </a:xfrm>
          <a:prstGeom prst="rect">
            <a:avLst/>
          </a:prstGeom>
        </p:spPr>
        <p:txBody>
          <a:bodyPr vert="horz" wrap="square" lIns="0" tIns="16933" rIns="0" bIns="0" rtlCol="0" anchor="ctr" anchorCtr="0">
            <a:noAutofit/>
          </a:bodyPr>
          <a:lstStyle/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USER NOTE:</a:t>
            </a:r>
          </a:p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When adding in a chart, use the default </a:t>
            </a:r>
            <a:b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chart style ‘Style 1’. Add alt text and data labels for accessibility. </a:t>
            </a:r>
          </a:p>
          <a:p>
            <a:pPr algn="ctr" defTabSz="1219170">
              <a:spcBef>
                <a:spcPts val="133"/>
              </a:spcBef>
            </a:pPr>
            <a:endParaRPr lang="en-AU" sz="1067" kern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8" name="Picture 7" descr="A diagram of a column with arrows pointing to the top&#10;&#10;AI-generated content may be incorrect.">
            <a:extLst>
              <a:ext uri="{FF2B5EF4-FFF2-40B4-BE49-F238E27FC236}">
                <a16:creationId xmlns:a16="http://schemas.microsoft.com/office/drawing/2014/main" id="{DD7710AD-ED96-1D9B-B46A-8D0E4277A4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279" y="2029588"/>
            <a:ext cx="11249441" cy="3260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6014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9A888-E589-C1E2-4352-AFB9767F6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27C4D-5959-AB99-BA9A-D81252946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Which is tidy?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F8AAD5CC-A22B-A015-6F74-7D1A956C87FD}"/>
              </a:ext>
            </a:extLst>
          </p:cNvPr>
          <p:cNvSpPr txBox="1"/>
          <p:nvPr/>
        </p:nvSpPr>
        <p:spPr>
          <a:xfrm>
            <a:off x="9465553" y="57379"/>
            <a:ext cx="2540000" cy="1028236"/>
          </a:xfrm>
          <a:prstGeom prst="rect">
            <a:avLst/>
          </a:prstGeom>
        </p:spPr>
        <p:txBody>
          <a:bodyPr vert="horz" wrap="square" lIns="0" tIns="16933" rIns="0" bIns="0" rtlCol="0" anchor="ctr" anchorCtr="0">
            <a:noAutofit/>
          </a:bodyPr>
          <a:lstStyle/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USER NOTE:</a:t>
            </a:r>
          </a:p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When adding in a chart, use the default </a:t>
            </a:r>
            <a:b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chart style ‘Style 1’. Add alt text and data labels for accessibility. </a:t>
            </a:r>
          </a:p>
          <a:p>
            <a:pPr algn="ctr" defTabSz="1219170">
              <a:spcBef>
                <a:spcPts val="133"/>
              </a:spcBef>
            </a:pPr>
            <a:endParaRPr lang="en-AU" sz="1067" kern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3" name="Picture 2" descr="A screenshot of a graph&#10;&#10;AI-generated content may be incorrect.">
            <a:extLst>
              <a:ext uri="{FF2B5EF4-FFF2-40B4-BE49-F238E27FC236}">
                <a16:creationId xmlns:a16="http://schemas.microsoft.com/office/drawing/2014/main" id="{E3120BD9-67D4-5938-457E-C8AF6F6AB0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2762" y="2597323"/>
            <a:ext cx="4343400" cy="2171700"/>
          </a:xfrm>
          <a:prstGeom prst="rect">
            <a:avLst/>
          </a:prstGeom>
        </p:spPr>
      </p:pic>
      <p:pic>
        <p:nvPicPr>
          <p:cNvPr id="4" name="Picture 3" descr="A screenshot of a graph&#10;&#10;AI-generated content may be incorrect.">
            <a:extLst>
              <a:ext uri="{FF2B5EF4-FFF2-40B4-BE49-F238E27FC236}">
                <a16:creationId xmlns:a16="http://schemas.microsoft.com/office/drawing/2014/main" id="{D1A23718-C883-BF83-11D1-440E74E3D1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5927" y="1987723"/>
            <a:ext cx="3670300" cy="339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569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B0F80-C012-FDE9-B252-78798A924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48C6B-0226-B5B5-56F0-BEC447375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How to reformat 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43184BCA-DC8E-E35F-9CDE-AC3A2F8C6024}"/>
              </a:ext>
            </a:extLst>
          </p:cNvPr>
          <p:cNvSpPr txBox="1"/>
          <p:nvPr/>
        </p:nvSpPr>
        <p:spPr>
          <a:xfrm>
            <a:off x="9465553" y="57379"/>
            <a:ext cx="2540000" cy="1028236"/>
          </a:xfrm>
          <a:prstGeom prst="rect">
            <a:avLst/>
          </a:prstGeom>
        </p:spPr>
        <p:txBody>
          <a:bodyPr vert="horz" wrap="square" lIns="0" tIns="16933" rIns="0" bIns="0" rtlCol="0" anchor="ctr" anchorCtr="0">
            <a:noAutofit/>
          </a:bodyPr>
          <a:lstStyle/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USER NOTE:</a:t>
            </a:r>
          </a:p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When adding in a chart, use the default </a:t>
            </a:r>
            <a:b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chart style ‘Style 1’. Add alt text and data labels for accessibility. </a:t>
            </a:r>
          </a:p>
          <a:p>
            <a:pPr algn="ctr" defTabSz="1219170">
              <a:spcBef>
                <a:spcPts val="133"/>
              </a:spcBef>
            </a:pPr>
            <a:endParaRPr lang="en-AU" sz="1067" kern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B57FE674-17BE-5A96-FF37-81FF1F636C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6473" y="1987723"/>
            <a:ext cx="3670300" cy="33909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AFE9A0-F212-6E6D-B1DE-B2F9C616080D}"/>
              </a:ext>
            </a:extLst>
          </p:cNvPr>
          <p:cNvSpPr txBox="1"/>
          <p:nvPr/>
        </p:nvSpPr>
        <p:spPr>
          <a:xfrm>
            <a:off x="5494192" y="2073776"/>
            <a:ext cx="20697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pivot_longer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D7352FB-8697-243A-B97A-651F6803E8EB}"/>
              </a:ext>
            </a:extLst>
          </p:cNvPr>
          <p:cNvSpPr/>
          <p:nvPr/>
        </p:nvSpPr>
        <p:spPr>
          <a:xfrm rot="16200000">
            <a:off x="5832097" y="2616374"/>
            <a:ext cx="1457787" cy="2133597"/>
          </a:xfrm>
          <a:prstGeom prst="downArrow">
            <a:avLst>
              <a:gd name="adj1" fmla="val 31228"/>
              <a:gd name="adj2" fmla="val 5288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creenshot of a graph&#10;&#10;AI-generated content may be incorrect.">
            <a:extLst>
              <a:ext uri="{FF2B5EF4-FFF2-40B4-BE49-F238E27FC236}">
                <a16:creationId xmlns:a16="http://schemas.microsoft.com/office/drawing/2014/main" id="{E61FA84F-2125-7A92-5BC8-656745E9BF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674" y="2597323"/>
            <a:ext cx="4343400" cy="2171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7917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B840F-8EE8-3CBA-D56D-2640BD43A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097C6-5EDF-0648-DF43-4B28FA647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How to reformat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20CB50BB-06B8-5BB2-54C6-4C6C848A12E2}"/>
              </a:ext>
            </a:extLst>
          </p:cNvPr>
          <p:cNvSpPr txBox="1"/>
          <p:nvPr/>
        </p:nvSpPr>
        <p:spPr>
          <a:xfrm>
            <a:off x="9465553" y="57379"/>
            <a:ext cx="2540000" cy="1028236"/>
          </a:xfrm>
          <a:prstGeom prst="rect">
            <a:avLst/>
          </a:prstGeom>
        </p:spPr>
        <p:txBody>
          <a:bodyPr vert="horz" wrap="square" lIns="0" tIns="16933" rIns="0" bIns="0" rtlCol="0" anchor="ctr" anchorCtr="0">
            <a:noAutofit/>
          </a:bodyPr>
          <a:lstStyle/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USER NOTE:</a:t>
            </a:r>
          </a:p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When adding in a chart, use the default </a:t>
            </a:r>
            <a:b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chart style ‘Style 1’. Add alt text and data labels for accessibility. </a:t>
            </a:r>
          </a:p>
          <a:p>
            <a:pPr algn="ctr" defTabSz="1219170">
              <a:spcBef>
                <a:spcPts val="133"/>
              </a:spcBef>
            </a:pPr>
            <a:endParaRPr lang="en-AU" sz="1067" kern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5" name="Picture 4" descr="A screenshot of a screen&#10;&#10;AI-generated content may be incorrect.">
            <a:extLst>
              <a:ext uri="{FF2B5EF4-FFF2-40B4-BE49-F238E27FC236}">
                <a16:creationId xmlns:a16="http://schemas.microsoft.com/office/drawing/2014/main" id="{0B5B7250-7326-6C3C-B000-600AE5AF21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1132" y="2421638"/>
            <a:ext cx="4703284" cy="2677411"/>
          </a:xfrm>
          <a:prstGeom prst="rect">
            <a:avLst/>
          </a:prstGeom>
        </p:spPr>
      </p:pic>
      <p:pic>
        <p:nvPicPr>
          <p:cNvPr id="6" name="Picture 5" descr="A screen shot of a table&#10;&#10;AI-generated content may be incorrect.">
            <a:extLst>
              <a:ext uri="{FF2B5EF4-FFF2-40B4-BE49-F238E27FC236}">
                <a16:creationId xmlns:a16="http://schemas.microsoft.com/office/drawing/2014/main" id="{DA5B59DB-FC4A-B769-B5B6-F1FDF6C55C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584" y="2501975"/>
            <a:ext cx="4754148" cy="2597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225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CE41F-27CB-FF7B-A35D-691B54BAA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CE59D-7090-4600-D9DE-F10692885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467" y="982131"/>
            <a:ext cx="10651067" cy="492443"/>
          </a:xfrm>
        </p:spPr>
        <p:txBody>
          <a:bodyPr/>
          <a:lstStyle/>
          <a:p>
            <a:r>
              <a:rPr lang="en-US" dirty="0"/>
              <a:t>How to reformat</a:t>
            </a: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89524A4C-DC7A-3ADD-16C1-1BC23766326F}"/>
              </a:ext>
            </a:extLst>
          </p:cNvPr>
          <p:cNvSpPr txBox="1"/>
          <p:nvPr/>
        </p:nvSpPr>
        <p:spPr>
          <a:xfrm>
            <a:off x="9465553" y="57379"/>
            <a:ext cx="2540000" cy="1028236"/>
          </a:xfrm>
          <a:prstGeom prst="rect">
            <a:avLst/>
          </a:prstGeom>
        </p:spPr>
        <p:txBody>
          <a:bodyPr vert="horz" wrap="square" lIns="0" tIns="16933" rIns="0" bIns="0" rtlCol="0" anchor="ctr" anchorCtr="0">
            <a:noAutofit/>
          </a:bodyPr>
          <a:lstStyle/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USER NOTE:</a:t>
            </a:r>
          </a:p>
          <a:p>
            <a:pPr algn="ctr" defTabSz="1219170">
              <a:spcBef>
                <a:spcPts val="133"/>
              </a:spcBef>
            </a:pP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When adding in a chart, use the default </a:t>
            </a:r>
            <a:b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en-AU" sz="1067" kern="0" dirty="0">
                <a:solidFill>
                  <a:srgbClr val="FFFFFF"/>
                </a:solidFill>
                <a:latin typeface="Arial"/>
                <a:cs typeface="Arial"/>
              </a:rPr>
              <a:t>chart style ‘Style 1’. Add alt text and data labels for accessibility. </a:t>
            </a:r>
          </a:p>
          <a:p>
            <a:pPr algn="ctr" defTabSz="1219170">
              <a:spcBef>
                <a:spcPts val="133"/>
              </a:spcBef>
            </a:pPr>
            <a:endParaRPr lang="en-AU" sz="1067" kern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5" name="Picture 4" descr="A screenshot of a screen&#10;&#10;AI-generated content may be incorrect.">
            <a:extLst>
              <a:ext uri="{FF2B5EF4-FFF2-40B4-BE49-F238E27FC236}">
                <a16:creationId xmlns:a16="http://schemas.microsoft.com/office/drawing/2014/main" id="{49502CCA-DB61-0562-BE7E-1D3AE5069B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1132" y="2421638"/>
            <a:ext cx="4703284" cy="2677411"/>
          </a:xfrm>
          <a:prstGeom prst="rect">
            <a:avLst/>
          </a:prstGeom>
        </p:spPr>
      </p:pic>
      <p:pic>
        <p:nvPicPr>
          <p:cNvPr id="6" name="Picture 5" descr="A screen shot of a table&#10;&#10;AI-generated content may be incorrect.">
            <a:extLst>
              <a:ext uri="{FF2B5EF4-FFF2-40B4-BE49-F238E27FC236}">
                <a16:creationId xmlns:a16="http://schemas.microsoft.com/office/drawing/2014/main" id="{00303949-ABAD-71A7-A2AC-D0506D8A3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584" y="2501975"/>
            <a:ext cx="4754148" cy="2597074"/>
          </a:xfrm>
          <a:prstGeom prst="rect">
            <a:avLst/>
          </a:prstGeom>
        </p:spPr>
      </p:pic>
      <p:sp>
        <p:nvSpPr>
          <p:cNvPr id="8" name="Down Arrow 7">
            <a:extLst>
              <a:ext uri="{FF2B5EF4-FFF2-40B4-BE49-F238E27FC236}">
                <a16:creationId xmlns:a16="http://schemas.microsoft.com/office/drawing/2014/main" id="{2B7153B7-4AA5-52BA-9092-4C0864CFF870}"/>
              </a:ext>
            </a:extLst>
          </p:cNvPr>
          <p:cNvSpPr/>
          <p:nvPr/>
        </p:nvSpPr>
        <p:spPr>
          <a:xfrm rot="16200000">
            <a:off x="5774921" y="2871382"/>
            <a:ext cx="693021" cy="1858259"/>
          </a:xfrm>
          <a:prstGeom prst="downArrow">
            <a:avLst>
              <a:gd name="adj1" fmla="val 25378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EE09C8-64F5-4165-926A-517F8A16284A}"/>
              </a:ext>
            </a:extLst>
          </p:cNvPr>
          <p:cNvSpPr txBox="1"/>
          <p:nvPr/>
        </p:nvSpPr>
        <p:spPr>
          <a:xfrm>
            <a:off x="5192302" y="2530716"/>
            <a:ext cx="19495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pivot_wider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4280010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4A4AE-7A10-AAA8-B97F-7210D0439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F2A2F-496E-0A6F-2AD3-D13F85711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reformat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D48C5A-185D-FEA9-320D-FBD838F8D0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Code it</a:t>
            </a:r>
          </a:p>
        </p:txBody>
      </p:sp>
    </p:spTree>
    <p:extLst>
      <p:ext uri="{BB962C8B-B14F-4D97-AF65-F5344CB8AC3E}">
        <p14:creationId xmlns:p14="http://schemas.microsoft.com/office/powerpoint/2010/main" val="32089138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666FF-8426-4E79-D0CB-40F0EF64E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7C4214-608D-7B92-78B5-BF83C5D74A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/>
              <a:t>relig_income</a:t>
            </a:r>
            <a:r>
              <a:rPr lang="en-US" dirty="0"/>
              <a:t> data</a:t>
            </a:r>
          </a:p>
          <a:p>
            <a:r>
              <a:rPr lang="en-US" dirty="0"/>
              <a:t>Reformat to tidy data</a:t>
            </a:r>
          </a:p>
        </p:txBody>
      </p:sp>
    </p:spTree>
    <p:extLst>
      <p:ext uri="{BB962C8B-B14F-4D97-AF65-F5344CB8AC3E}">
        <p14:creationId xmlns:p14="http://schemas.microsoft.com/office/powerpoint/2010/main" val="14379227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9CF46-AEDA-E113-0DDC-68E133F8A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27FB4-57A1-0D6B-692A-9E238A91D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clean the data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88A137-99D3-78AA-6E8A-5C82D930AA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Missing data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Duplicates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Data types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Outliers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55288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AC273-8708-7B12-2DDC-DE1CF16C4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29013-586D-EB7C-D96E-7BAF1A5FF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6C7DE-0369-6A57-383C-6D581055A12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NaN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				&lt;- .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is.na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0 					&lt;- 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999 					&lt;- 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-1					&lt;- 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71193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8D258-0357-2A9E-2728-09D146D67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96146-6E14-714C-5751-B6468F58F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71BC2B-B567-2950-803F-771E941279B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Ignore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Remove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Replace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59538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4A073-8C75-B675-BD74-6FFB1747F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52A4B-6657-B7C7-90B6-CBD993529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Duplicates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F99305-D564-A29F-4C96-240AD27BD7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Count unique values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Remove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43457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D1CF3-D4F3-78A9-49C7-00645EBB5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29A93-F86A-9E48-242C-95877CD37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AA0A15-6B90-9115-4AF2-CD44E754860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Use air quality dataset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Check for missing values and duplicate values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Fix them 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0030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21387-CE6B-AC61-93F9-3E063C96E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36D77-ADF8-7E5B-15C6-4685830B2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4F4055-BF82-5404-2DF4-55C99748BF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Numeric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Logical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Factors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Character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Datetime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16088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608FA-719F-6516-0250-D8F90FA24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E9FF8-402E-A04C-4DF8-13C59A295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5452B8-7EBC-728C-B768-CBA5057C42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class()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mutate( ….. as type () ) 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314004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6041C-AB17-CD94-A6E0-19FCAC857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EF96E-97A7-62B4-1BA9-BC0CE585F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6B26D0-8772-1044-5D67-773A78AE99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What are data types?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What should they be? </a:t>
            </a: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response_id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age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currency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coding activities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knowledge_1</a:t>
            </a:r>
          </a:p>
          <a:p>
            <a:pPr marL="0" indent="0">
              <a:buNone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4592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116FC-7184-1CA8-80B5-C7361ED4C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FDF7B-9B8C-B3C2-7C0C-41FCBBD73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Visualise</a:t>
            </a:r>
            <a:r>
              <a:rPr lang="en-US" dirty="0"/>
              <a:t> and </a:t>
            </a:r>
            <a:r>
              <a:rPr lang="en-US" dirty="0" err="1"/>
              <a:t>summarise</a:t>
            </a:r>
            <a:r>
              <a:rPr lang="en-US" dirty="0"/>
              <a:t>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87492F-6567-4A88-8C58-8F1566CE9C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Plot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describe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80566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2F6CD-9BB9-F217-ABED-7D116FA67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186DD-213F-DF55-157E-433F09162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Outliers?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FFE707-02F2-4147-7227-1E20707FD4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 to find them?</a:t>
            </a:r>
          </a:p>
          <a:p>
            <a:pPr marL="0" indent="0">
              <a:buNone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1624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BAC6C-1F3A-431C-9C0C-22A9BB5A5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3ED27-84CB-6DB5-EE00-BEF135AC0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Outliers?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7C6D68-74BB-00B1-6AAA-68608E3C14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Ignore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Remove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Replace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Document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85256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B423C-DD77-486B-C088-E567A8C1B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21E9D-1140-99B1-0F44-C482CA73B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turn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DE17A2-46BC-9B76-A576-8386CB20E8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Find outliers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Fix them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371743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0F7C9-92D0-129A-C280-EFF7B10AF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341F5-6356-3FFE-0492-93F6B2557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save your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8EDD01-28B6-5B64-2E25-0C7C7248FD6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data.to_csv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(‘~/path/to/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data_clean.csv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’)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705096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3CA5E-52E6-8316-D6B5-0A0888F26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86D10-8A93-A134-93A0-79A97FB9F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580534-97D1-E687-D097-784813844C6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What was not clear?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What is your next step with your own data?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502936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21C729B-89D2-CA6D-A2F9-7C7510BF6EB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-1325032"/>
            <a:ext cx="10515600" cy="1325033"/>
          </a:xfrm>
          <a:prstGeom prst="rect">
            <a:avLst/>
          </a:prstGeom>
        </p:spPr>
        <p:txBody>
          <a:bodyPr anchor="b"/>
          <a:lstStyle/>
          <a:p>
            <a:r>
              <a:rPr lang="en-AU" dirty="0"/>
              <a:t>End slide with university and social links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AB339CD-B7C1-7300-BACB-DA558F2FC53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>
              <a:spcBef>
                <a:spcPts val="133"/>
              </a:spcBef>
            </a:pPr>
            <a:r>
              <a:rPr lang="en-AU" b="1" dirty="0">
                <a:latin typeface="Arial"/>
                <a:cs typeface="Arial"/>
              </a:rPr>
              <a:t>Sydney Informatics Hub</a:t>
            </a:r>
            <a:endParaRPr lang="en-AU" dirty="0">
              <a:latin typeface="Arial"/>
              <a:cs typeface="Arial"/>
            </a:endParaRPr>
          </a:p>
          <a:p>
            <a:r>
              <a:rPr lang="en-AU" dirty="0">
                <a:latin typeface="Arial"/>
                <a:cs typeface="Arial"/>
              </a:rPr>
              <a:t>Dr Angus Fisk </a:t>
            </a:r>
          </a:p>
          <a:p>
            <a:r>
              <a:rPr lang="en-AU" dirty="0">
                <a:latin typeface="Arial"/>
                <a:cs typeface="Arial"/>
              </a:rPr>
              <a:t>Dr Eden Zhang</a:t>
            </a:r>
          </a:p>
          <a:p>
            <a:r>
              <a:rPr lang="en-AU" dirty="0">
                <a:latin typeface="Arial"/>
                <a:cs typeface="Arial"/>
              </a:rPr>
              <a:t>Dr Rose Smail</a:t>
            </a:r>
          </a:p>
          <a:p>
            <a:r>
              <a:rPr lang="en-AU" spc="-13" dirty="0">
                <a:latin typeface="Arial"/>
                <a:cs typeface="Arial"/>
                <a:hlinkClick r:id="rId3"/>
              </a:rPr>
              <a:t>first.last@sydney.edu.au</a:t>
            </a:r>
            <a:endParaRPr lang="en-AU" dirty="0">
              <a:latin typeface="Arial"/>
              <a:cs typeface="Arial"/>
            </a:endParaRPr>
          </a:p>
          <a:p>
            <a:endParaRPr lang="en-AU" dirty="0">
              <a:latin typeface="Arial"/>
              <a:cs typeface="Arial"/>
            </a:endParaRPr>
          </a:p>
          <a:p>
            <a:r>
              <a:rPr lang="en-AU" b="1" spc="-13" dirty="0" err="1">
                <a:latin typeface="Arial"/>
                <a:cs typeface="Arial"/>
              </a:rPr>
              <a:t>angus.fisk@sydney.edu.au</a:t>
            </a:r>
            <a:endParaRPr lang="en-AU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455768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A8A9E-65CD-AF2E-49A6-FE969B180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78B06-4AE1-9BD6-8A5D-56267AE29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</a:t>
            </a:r>
            <a:r>
              <a:rPr lang="en-US" dirty="0" err="1"/>
              <a:t>summarise</a:t>
            </a:r>
            <a:r>
              <a:rPr lang="en-US" dirty="0"/>
              <a:t> the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556BF5-39F2-275B-9ED6-DB78BBD277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What do you want to know?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Description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Correlation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Distributions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11570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itle slides">
  <a:themeElements>
    <a:clrScheme name="University of Sydney 2022_2">
      <a:dk1>
        <a:srgbClr val="000000"/>
      </a:dk1>
      <a:lt1>
        <a:srgbClr val="FFFFFF"/>
      </a:lt1>
      <a:dk2>
        <a:srgbClr val="414141"/>
      </a:dk2>
      <a:lt2>
        <a:srgbClr val="FCEDE2"/>
      </a:lt2>
      <a:accent1>
        <a:srgbClr val="E64626"/>
      </a:accent1>
      <a:accent2>
        <a:srgbClr val="414141"/>
      </a:accent2>
      <a:accent3>
        <a:srgbClr val="71A399"/>
      </a:accent3>
      <a:accent4>
        <a:srgbClr val="DAA8A2"/>
      </a:accent4>
      <a:accent5>
        <a:srgbClr val="8F9EC9"/>
      </a:accent5>
      <a:accent6>
        <a:srgbClr val="1A345E"/>
      </a:accent6>
      <a:hlink>
        <a:srgbClr val="E64626"/>
      </a:hlink>
      <a:folHlink>
        <a:srgbClr val="F0513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Acknowledgement of Country">
  <a:themeElements>
    <a:clrScheme name="University of Sydney 2022_2">
      <a:dk1>
        <a:srgbClr val="000000"/>
      </a:dk1>
      <a:lt1>
        <a:srgbClr val="FFFFFF"/>
      </a:lt1>
      <a:dk2>
        <a:srgbClr val="414141"/>
      </a:dk2>
      <a:lt2>
        <a:srgbClr val="FCEDE2"/>
      </a:lt2>
      <a:accent1>
        <a:srgbClr val="E64626"/>
      </a:accent1>
      <a:accent2>
        <a:srgbClr val="414141"/>
      </a:accent2>
      <a:accent3>
        <a:srgbClr val="71A399"/>
      </a:accent3>
      <a:accent4>
        <a:srgbClr val="DAA8A2"/>
      </a:accent4>
      <a:accent5>
        <a:srgbClr val="8F9EC9"/>
      </a:accent5>
      <a:accent6>
        <a:srgbClr val="1A345E"/>
      </a:accent6>
      <a:hlink>
        <a:srgbClr val="E64626"/>
      </a:hlink>
      <a:folHlink>
        <a:srgbClr val="F0513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ontent slides">
  <a:themeElements>
    <a:clrScheme name="University of Sydney 2022_2">
      <a:dk1>
        <a:srgbClr val="000000"/>
      </a:dk1>
      <a:lt1>
        <a:srgbClr val="FFFFFF"/>
      </a:lt1>
      <a:dk2>
        <a:srgbClr val="414141"/>
      </a:dk2>
      <a:lt2>
        <a:srgbClr val="FCEDE2"/>
      </a:lt2>
      <a:accent1>
        <a:srgbClr val="E64626"/>
      </a:accent1>
      <a:accent2>
        <a:srgbClr val="414141"/>
      </a:accent2>
      <a:accent3>
        <a:srgbClr val="71A399"/>
      </a:accent3>
      <a:accent4>
        <a:srgbClr val="DAA8A2"/>
      </a:accent4>
      <a:accent5>
        <a:srgbClr val="8F9EC9"/>
      </a:accent5>
      <a:accent6>
        <a:srgbClr val="1A345E"/>
      </a:accent6>
      <a:hlink>
        <a:srgbClr val="E64626"/>
      </a:hlink>
      <a:folHlink>
        <a:srgbClr val="F0513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Graphic slides">
  <a:themeElements>
    <a:clrScheme name="University of Sydney 2022_2">
      <a:dk1>
        <a:srgbClr val="000000"/>
      </a:dk1>
      <a:lt1>
        <a:srgbClr val="FFFFFF"/>
      </a:lt1>
      <a:dk2>
        <a:srgbClr val="414141"/>
      </a:dk2>
      <a:lt2>
        <a:srgbClr val="FCEDE2"/>
      </a:lt2>
      <a:accent1>
        <a:srgbClr val="E64626"/>
      </a:accent1>
      <a:accent2>
        <a:srgbClr val="414141"/>
      </a:accent2>
      <a:accent3>
        <a:srgbClr val="71A399"/>
      </a:accent3>
      <a:accent4>
        <a:srgbClr val="DAA8A2"/>
      </a:accent4>
      <a:accent5>
        <a:srgbClr val="8F9EC9"/>
      </a:accent5>
      <a:accent6>
        <a:srgbClr val="1A345E"/>
      </a:accent6>
      <a:hlink>
        <a:srgbClr val="E64626"/>
      </a:hlink>
      <a:folHlink>
        <a:srgbClr val="F0513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1312</TotalTime>
  <Words>995</Words>
  <Application>Microsoft Macintosh PowerPoint</Application>
  <PresentationFormat>Widescreen</PresentationFormat>
  <Paragraphs>241</Paragraphs>
  <Slides>51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51</vt:i4>
      </vt:variant>
    </vt:vector>
  </HeadingPairs>
  <TitlesOfParts>
    <vt:vector size="62" baseType="lpstr">
      <vt:lpstr>Aptos</vt:lpstr>
      <vt:lpstr>Aptos Display</vt:lpstr>
      <vt:lpstr>Arial</vt:lpstr>
      <vt:lpstr>System Font Regular</vt:lpstr>
      <vt:lpstr>Times</vt:lpstr>
      <vt:lpstr>Times New Roman</vt:lpstr>
      <vt:lpstr>Office Theme</vt:lpstr>
      <vt:lpstr>Title slides</vt:lpstr>
      <vt:lpstr>Acknowledgement of Country</vt:lpstr>
      <vt:lpstr>Content slides</vt:lpstr>
      <vt:lpstr>Graphic slides</vt:lpstr>
      <vt:lpstr>PowerPoint Presentation</vt:lpstr>
      <vt:lpstr>Acknowledgement of country</vt:lpstr>
      <vt:lpstr>Code of Conduct</vt:lpstr>
      <vt:lpstr>Who we are  - Sydney Informatics Hub</vt:lpstr>
      <vt:lpstr>Overview</vt:lpstr>
      <vt:lpstr>What is exploratory data analysis?</vt:lpstr>
      <vt:lpstr>Exercise</vt:lpstr>
      <vt:lpstr>Where to start?</vt:lpstr>
      <vt:lpstr>Import the data</vt:lpstr>
      <vt:lpstr>How to view data</vt:lpstr>
      <vt:lpstr>How to view data</vt:lpstr>
      <vt:lpstr>How to view data</vt:lpstr>
      <vt:lpstr>How to view data</vt:lpstr>
      <vt:lpstr>What are we doing with this data?</vt:lpstr>
      <vt:lpstr>Plotting data</vt:lpstr>
      <vt:lpstr>Plotting data</vt:lpstr>
      <vt:lpstr>Plotting data</vt:lpstr>
      <vt:lpstr>Exercise</vt:lpstr>
      <vt:lpstr>How to select data</vt:lpstr>
      <vt:lpstr>How to select data </vt:lpstr>
      <vt:lpstr>How to select data </vt:lpstr>
      <vt:lpstr>How to select data </vt:lpstr>
      <vt:lpstr>How to select data </vt:lpstr>
      <vt:lpstr>Exercise</vt:lpstr>
      <vt:lpstr>How to select data </vt:lpstr>
      <vt:lpstr>How to alter data </vt:lpstr>
      <vt:lpstr>Exercise</vt:lpstr>
      <vt:lpstr>Break</vt:lpstr>
      <vt:lpstr>What we want data to look like?</vt:lpstr>
      <vt:lpstr>Which is tidy?</vt:lpstr>
      <vt:lpstr>How to reformat </vt:lpstr>
      <vt:lpstr>How to reformat</vt:lpstr>
      <vt:lpstr>How to reformat</vt:lpstr>
      <vt:lpstr>How to reformat</vt:lpstr>
      <vt:lpstr>Exercise</vt:lpstr>
      <vt:lpstr>How to clean the data </vt:lpstr>
      <vt:lpstr>Missing data</vt:lpstr>
      <vt:lpstr>Missing data</vt:lpstr>
      <vt:lpstr>Duplicates</vt:lpstr>
      <vt:lpstr>Exercise </vt:lpstr>
      <vt:lpstr>Data types</vt:lpstr>
      <vt:lpstr>Data types</vt:lpstr>
      <vt:lpstr>Exercise</vt:lpstr>
      <vt:lpstr>Visualise and summarise data</vt:lpstr>
      <vt:lpstr>Outliers?</vt:lpstr>
      <vt:lpstr>Outliers?</vt:lpstr>
      <vt:lpstr>Your turn</vt:lpstr>
      <vt:lpstr>How to save your data</vt:lpstr>
      <vt:lpstr>Questions?</vt:lpstr>
      <vt:lpstr>End slide with university and social links</vt:lpstr>
      <vt:lpstr>How to summarise the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Angus Fisk</dc:creator>
  <cp:lastModifiedBy>Angus Fisk</cp:lastModifiedBy>
  <cp:revision>75</cp:revision>
  <dcterms:created xsi:type="dcterms:W3CDTF">2025-01-21T03:28:01Z</dcterms:created>
  <dcterms:modified xsi:type="dcterms:W3CDTF">2025-02-26T03:47:03Z</dcterms:modified>
</cp:coreProperties>
</file>